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  <p:sldId id="259" r:id="rId10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>
            <a:alpha val="70167"/>
          </a:srgbClr>
        </a:solidFill>
        <a:effectLst/>
        <a:uFillTx/>
        <a:latin typeface="+mj-lt"/>
        <a:ea typeface="+mj-ea"/>
        <a:cs typeface="+mj-cs"/>
        <a:sym typeface="Noto Sans TC Bold"/>
      </a:defRPr>
    </a:lvl1pPr>
    <a:lvl2pPr marL="0" marR="0" indent="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>
            <a:alpha val="70167"/>
          </a:srgbClr>
        </a:solidFill>
        <a:effectLst/>
        <a:uFillTx/>
        <a:latin typeface="+mj-lt"/>
        <a:ea typeface="+mj-ea"/>
        <a:cs typeface="+mj-cs"/>
        <a:sym typeface="Noto Sans TC Bold"/>
      </a:defRPr>
    </a:lvl2pPr>
    <a:lvl3pPr marL="0" marR="0" indent="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>
            <a:alpha val="70167"/>
          </a:srgbClr>
        </a:solidFill>
        <a:effectLst/>
        <a:uFillTx/>
        <a:latin typeface="+mj-lt"/>
        <a:ea typeface="+mj-ea"/>
        <a:cs typeface="+mj-cs"/>
        <a:sym typeface="Noto Sans TC Bold"/>
      </a:defRPr>
    </a:lvl3pPr>
    <a:lvl4pPr marL="0" marR="0" indent="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>
            <a:alpha val="70167"/>
          </a:srgbClr>
        </a:solidFill>
        <a:effectLst/>
        <a:uFillTx/>
        <a:latin typeface="+mj-lt"/>
        <a:ea typeface="+mj-ea"/>
        <a:cs typeface="+mj-cs"/>
        <a:sym typeface="Noto Sans TC Bold"/>
      </a:defRPr>
    </a:lvl4pPr>
    <a:lvl5pPr marL="0" marR="0" indent="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>
            <a:alpha val="70167"/>
          </a:srgbClr>
        </a:solidFill>
        <a:effectLst/>
        <a:uFillTx/>
        <a:latin typeface="+mj-lt"/>
        <a:ea typeface="+mj-ea"/>
        <a:cs typeface="+mj-cs"/>
        <a:sym typeface="Noto Sans TC Bold"/>
      </a:defRPr>
    </a:lvl5pPr>
    <a:lvl6pPr marL="0" marR="0" indent="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>
            <a:alpha val="70167"/>
          </a:srgbClr>
        </a:solidFill>
        <a:effectLst/>
        <a:uFillTx/>
        <a:latin typeface="+mj-lt"/>
        <a:ea typeface="+mj-ea"/>
        <a:cs typeface="+mj-cs"/>
        <a:sym typeface="Noto Sans TC Bold"/>
      </a:defRPr>
    </a:lvl6pPr>
    <a:lvl7pPr marL="0" marR="0" indent="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>
            <a:alpha val="70167"/>
          </a:srgbClr>
        </a:solidFill>
        <a:effectLst/>
        <a:uFillTx/>
        <a:latin typeface="+mj-lt"/>
        <a:ea typeface="+mj-ea"/>
        <a:cs typeface="+mj-cs"/>
        <a:sym typeface="Noto Sans TC Bold"/>
      </a:defRPr>
    </a:lvl7pPr>
    <a:lvl8pPr marL="0" marR="0" indent="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>
            <a:alpha val="70167"/>
          </a:srgbClr>
        </a:solidFill>
        <a:effectLst/>
        <a:uFillTx/>
        <a:latin typeface="+mj-lt"/>
        <a:ea typeface="+mj-ea"/>
        <a:cs typeface="+mj-cs"/>
        <a:sym typeface="Noto Sans TC Bold"/>
      </a:defRPr>
    </a:lvl8pPr>
    <a:lvl9pPr marL="0" marR="0" indent="0" algn="l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>
            <a:alpha val="70167"/>
          </a:srgbClr>
        </a:solidFill>
        <a:effectLst/>
        <a:uFillTx/>
        <a:latin typeface="+mj-lt"/>
        <a:ea typeface="+mj-ea"/>
        <a:cs typeface="+mj-cs"/>
        <a:sym typeface="Noto Sans TC Bold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60" d="100"/>
          <a:sy n="6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1" name="Shape 13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標準不動本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I 不只是聊天"/>
          <p:cNvSpPr txBox="1">
            <a:spLocks noGrp="1"/>
          </p:cNvSpPr>
          <p:nvPr>
            <p:ph type="body" sz="quarter" idx="21"/>
          </p:nvPr>
        </p:nvSpPr>
        <p:spPr>
          <a:xfrm>
            <a:off x="190284" y="12842442"/>
            <a:ext cx="2947864" cy="762001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lvl="1" indent="0">
              <a:lnSpc>
                <a:spcPct val="110000"/>
              </a:lnSpc>
              <a:spcBef>
                <a:spcPts val="4500"/>
              </a:spcBef>
              <a:buSzTx/>
              <a:buNone/>
              <a:defRPr sz="3600" b="1">
                <a:solidFill>
                  <a:srgbClr val="FFFFFF">
                    <a:alpha val="88419"/>
                  </a:srgbClr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r>
              <a:t>AI 不只是聊天</a:t>
            </a:r>
          </a:p>
        </p:txBody>
      </p:sp>
      <p:sp>
        <p:nvSpPr>
          <p:cNvPr id="13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封面">
    <p:bg>
      <p:bgPr>
        <a:solidFill>
          <a:srgbClr val="F4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23430464" y="12912292"/>
            <a:ext cx="622847" cy="622301"/>
          </a:xfrm>
          <a:prstGeom prst="rect">
            <a:avLst/>
          </a:prstGeom>
        </p:spPr>
        <p:txBody>
          <a:bodyPr/>
          <a:lstStyle>
            <a:lvl1pPr>
              <a:defRPr b="0">
                <a:latin typeface="Microsoft Sans Serif"/>
                <a:ea typeface="Microsoft Sans Serif"/>
                <a:cs typeface="Microsoft Sans Serif"/>
                <a:sym typeface="Microsoft Sans Serif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lor S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圓形"/>
          <p:cNvSpPr/>
          <p:nvPr/>
        </p:nvSpPr>
        <p:spPr>
          <a:xfrm>
            <a:off x="23231856" y="12662612"/>
            <a:ext cx="979931" cy="979931"/>
          </a:xfrm>
          <a:prstGeom prst="ellipse">
            <a:avLst/>
          </a:prstGeom>
          <a:solidFill>
            <a:srgbClr val="E4F5F4"/>
          </a:solidFill>
          <a:ln w="25400">
            <a:solidFill>
              <a:srgbClr val="7CCBC9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endParaRPr/>
          </a:p>
        </p:txBody>
      </p:sp>
      <p:sp>
        <p:nvSpPr>
          <p:cNvPr id="28" name="AI 不只是聊天"/>
          <p:cNvSpPr txBox="1">
            <a:spLocks noGrp="1"/>
          </p:cNvSpPr>
          <p:nvPr>
            <p:ph type="body" sz="quarter" idx="21"/>
          </p:nvPr>
        </p:nvSpPr>
        <p:spPr>
          <a:xfrm>
            <a:off x="190284" y="12842442"/>
            <a:ext cx="2947864" cy="762001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lvl="1" indent="0">
              <a:lnSpc>
                <a:spcPct val="110000"/>
              </a:lnSpc>
              <a:spcBef>
                <a:spcPts val="4500"/>
              </a:spcBef>
              <a:buSzTx/>
              <a:buNone/>
              <a:defRPr sz="3600" b="1">
                <a:solidFill>
                  <a:srgbClr val="FFFFFF">
                    <a:alpha val="88419"/>
                  </a:srgbClr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r>
              <a:t>AI 不只是聊天</a:t>
            </a:r>
          </a:p>
        </p:txBody>
      </p:sp>
      <p:sp>
        <p:nvSpPr>
          <p:cNvPr id="29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30" name="截圖 2026-08-01 上午11.57.43.png" descr="截圖 2026-08-01 上午11.57.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873" y="707318"/>
            <a:ext cx="21246773" cy="1154119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標準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圓形"/>
          <p:cNvSpPr/>
          <p:nvPr/>
        </p:nvSpPr>
        <p:spPr>
          <a:xfrm>
            <a:off x="23231856" y="12662612"/>
            <a:ext cx="979931" cy="979931"/>
          </a:xfrm>
          <a:prstGeom prst="ellipse">
            <a:avLst/>
          </a:prstGeom>
          <a:solidFill>
            <a:srgbClr val="E4F5F4"/>
          </a:solidFill>
          <a:ln w="25400">
            <a:solidFill>
              <a:srgbClr val="7CCBC9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endParaRPr/>
          </a:p>
        </p:txBody>
      </p:sp>
      <p:sp>
        <p:nvSpPr>
          <p:cNvPr id="38" name="AI 不只是聊天"/>
          <p:cNvSpPr txBox="1">
            <a:spLocks noGrp="1"/>
          </p:cNvSpPr>
          <p:nvPr>
            <p:ph type="body" sz="quarter" idx="21"/>
          </p:nvPr>
        </p:nvSpPr>
        <p:spPr>
          <a:xfrm>
            <a:off x="190284" y="12842442"/>
            <a:ext cx="2947864" cy="762001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lvl="1" indent="0">
              <a:lnSpc>
                <a:spcPct val="110000"/>
              </a:lnSpc>
              <a:spcBef>
                <a:spcPts val="4500"/>
              </a:spcBef>
              <a:buSzTx/>
              <a:buNone/>
              <a:defRPr sz="3600" b="1">
                <a:solidFill>
                  <a:srgbClr val="FFFFFF">
                    <a:alpha val="88419"/>
                  </a:srgbClr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r>
              <a:t>AI 不只是聊天</a:t>
            </a:r>
          </a:p>
        </p:txBody>
      </p:sp>
      <p:sp>
        <p:nvSpPr>
          <p:cNvPr id="39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標準只帶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圓形"/>
          <p:cNvSpPr/>
          <p:nvPr/>
        </p:nvSpPr>
        <p:spPr>
          <a:xfrm>
            <a:off x="23231856" y="12662612"/>
            <a:ext cx="979931" cy="979931"/>
          </a:xfrm>
          <a:prstGeom prst="ellipse">
            <a:avLst/>
          </a:prstGeom>
          <a:solidFill>
            <a:srgbClr val="E4F5F4"/>
          </a:solidFill>
          <a:ln w="25400">
            <a:solidFill>
              <a:srgbClr val="7CCBC9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endParaRPr/>
          </a:p>
        </p:txBody>
      </p:sp>
      <p:sp>
        <p:nvSpPr>
          <p:cNvPr id="47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48" name="圓角矩形"/>
          <p:cNvSpPr/>
          <p:nvPr/>
        </p:nvSpPr>
        <p:spPr>
          <a:xfrm>
            <a:off x="1271079" y="893581"/>
            <a:ext cx="21841842" cy="1601127"/>
          </a:xfrm>
          <a:prstGeom prst="roundRect">
            <a:avLst>
              <a:gd name="adj" fmla="val 50000"/>
            </a:avLst>
          </a:prstGeom>
          <a:solidFill>
            <a:srgbClr val="8FCFE2"/>
          </a:solidFill>
          <a:ln w="63500">
            <a:solidFill>
              <a:srgbClr val="4E93AF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endParaRPr/>
          </a:p>
        </p:txBody>
      </p:sp>
      <p:sp>
        <p:nvSpPr>
          <p:cNvPr id="49" name="冒險01"/>
          <p:cNvSpPr txBox="1">
            <a:spLocks noGrp="1"/>
          </p:cNvSpPr>
          <p:nvPr>
            <p:ph type="body" sz="quarter" idx="21"/>
          </p:nvPr>
        </p:nvSpPr>
        <p:spPr>
          <a:xfrm>
            <a:off x="3444461" y="1065494"/>
            <a:ext cx="18981460" cy="1257301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>
              <a:lnSpc>
                <a:spcPct val="80000"/>
              </a:lnSpc>
              <a:buSzTx/>
              <a:buNone/>
              <a:defRPr sz="6500" spc="195">
                <a:solidFill>
                  <a:srgbClr val="FFFFFF">
                    <a:alpha val="80424"/>
                  </a:srgbClr>
                </a:solidFill>
                <a:latin typeface="+mn-lt"/>
                <a:ea typeface="+mn-ea"/>
                <a:cs typeface="+mn-cs"/>
                <a:sym typeface="Yuanti TC Bold"/>
              </a:defRPr>
            </a:lvl1pPr>
          </a:lstStyle>
          <a:p>
            <a:r>
              <a:t>冒險01</a:t>
            </a:r>
          </a:p>
        </p:txBody>
      </p:sp>
      <p:sp>
        <p:nvSpPr>
          <p:cNvPr id="50" name="AI 不只是聊天"/>
          <p:cNvSpPr txBox="1"/>
          <p:nvPr/>
        </p:nvSpPr>
        <p:spPr>
          <a:xfrm>
            <a:off x="190284" y="12842442"/>
            <a:ext cx="294786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lnSpc>
                <a:spcPct val="110000"/>
              </a:lnSpc>
              <a:spcBef>
                <a:spcPts val="4500"/>
              </a:spcBef>
              <a:defRPr sz="3600" b="1">
                <a:solidFill>
                  <a:srgbClr val="FFFFFF">
                    <a:alpha val="88419"/>
                  </a:srgbClr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r>
              <a:t>AI 不只是聊天</a:t>
            </a:r>
          </a:p>
        </p:txBody>
      </p:sp>
      <p:pic>
        <p:nvPicPr>
          <p:cNvPr id="51" name="b1146eb1-77d5-4063-bb41-05c4e47061da.png" descr="b1146eb1-77d5-4063-bb41-05c4e47061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554" y="265394"/>
            <a:ext cx="2857501" cy="28575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Jupyter Noteb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圓角矩形"/>
          <p:cNvSpPr/>
          <p:nvPr/>
        </p:nvSpPr>
        <p:spPr>
          <a:xfrm>
            <a:off x="459158" y="482427"/>
            <a:ext cx="23465684" cy="11743063"/>
          </a:xfrm>
          <a:prstGeom prst="roundRect">
            <a:avLst>
              <a:gd name="adj" fmla="val 3104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endParaRPr/>
          </a:p>
        </p:txBody>
      </p:sp>
      <p:sp>
        <p:nvSpPr>
          <p:cNvPr id="59" name="形狀"/>
          <p:cNvSpPr/>
          <p:nvPr/>
        </p:nvSpPr>
        <p:spPr>
          <a:xfrm>
            <a:off x="457200" y="495300"/>
            <a:ext cx="23465632" cy="22018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13" y="0"/>
                </a:moveTo>
                <a:cubicBezTo>
                  <a:pt x="362" y="0"/>
                  <a:pt x="272" y="1"/>
                  <a:pt x="212" y="269"/>
                </a:cubicBezTo>
                <a:cubicBezTo>
                  <a:pt x="125" y="605"/>
                  <a:pt x="57" y="1333"/>
                  <a:pt x="25" y="2258"/>
                </a:cubicBezTo>
                <a:cubicBezTo>
                  <a:pt x="0" y="2900"/>
                  <a:pt x="0" y="3862"/>
                  <a:pt x="0" y="5466"/>
                </a:cubicBezTo>
                <a:lnTo>
                  <a:pt x="0" y="21600"/>
                </a:lnTo>
                <a:lnTo>
                  <a:pt x="21600" y="21600"/>
                </a:lnTo>
                <a:lnTo>
                  <a:pt x="21600" y="5466"/>
                </a:lnTo>
                <a:cubicBezTo>
                  <a:pt x="21600" y="3862"/>
                  <a:pt x="21600" y="2900"/>
                  <a:pt x="21575" y="2258"/>
                </a:cubicBezTo>
                <a:cubicBezTo>
                  <a:pt x="21543" y="1333"/>
                  <a:pt x="21475" y="605"/>
                  <a:pt x="21388" y="269"/>
                </a:cubicBezTo>
                <a:cubicBezTo>
                  <a:pt x="21328" y="1"/>
                  <a:pt x="21238" y="0"/>
                  <a:pt x="21087" y="0"/>
                </a:cubicBezTo>
                <a:lnTo>
                  <a:pt x="513" y="0"/>
                </a:lnTo>
                <a:close/>
              </a:path>
            </a:pathLst>
          </a:custGeom>
          <a:solidFill>
            <a:srgbClr val="DEDED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endParaRPr/>
          </a:p>
        </p:txBody>
      </p:sp>
      <p:sp>
        <p:nvSpPr>
          <p:cNvPr id="60" name="矩形"/>
          <p:cNvSpPr/>
          <p:nvPr/>
        </p:nvSpPr>
        <p:spPr>
          <a:xfrm>
            <a:off x="863" y="12733477"/>
            <a:ext cx="24656793" cy="979932"/>
          </a:xfrm>
          <a:prstGeom prst="rect">
            <a:avLst/>
          </a:prstGeom>
          <a:solidFill>
            <a:srgbClr val="8FCFE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endParaRPr/>
          </a:p>
        </p:txBody>
      </p:sp>
      <p:sp>
        <p:nvSpPr>
          <p:cNvPr id="61" name="圓形"/>
          <p:cNvSpPr/>
          <p:nvPr/>
        </p:nvSpPr>
        <p:spPr>
          <a:xfrm>
            <a:off x="23231856" y="12662612"/>
            <a:ext cx="979931" cy="979931"/>
          </a:xfrm>
          <a:prstGeom prst="ellipse">
            <a:avLst/>
          </a:prstGeom>
          <a:solidFill>
            <a:srgbClr val="E4F5F4"/>
          </a:solidFill>
          <a:ln w="25400">
            <a:solidFill>
              <a:srgbClr val="7CCBC9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endParaRPr/>
          </a:p>
        </p:txBody>
      </p:sp>
      <p:sp>
        <p:nvSpPr>
          <p:cNvPr id="62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3" name="圓形"/>
          <p:cNvSpPr/>
          <p:nvPr/>
        </p:nvSpPr>
        <p:spPr>
          <a:xfrm>
            <a:off x="1264449" y="1251573"/>
            <a:ext cx="514832" cy="514832"/>
          </a:xfrm>
          <a:prstGeom prst="ellipse">
            <a:avLst/>
          </a:prstGeom>
          <a:solidFill>
            <a:srgbClr val="EC6B5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endParaRPr/>
          </a:p>
        </p:txBody>
      </p:sp>
      <p:sp>
        <p:nvSpPr>
          <p:cNvPr id="64" name="圓形"/>
          <p:cNvSpPr/>
          <p:nvPr/>
        </p:nvSpPr>
        <p:spPr>
          <a:xfrm>
            <a:off x="1942796" y="1251573"/>
            <a:ext cx="514831" cy="514832"/>
          </a:xfrm>
          <a:prstGeom prst="ellipse">
            <a:avLst/>
          </a:prstGeom>
          <a:solidFill>
            <a:srgbClr val="F4C04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endParaRPr/>
          </a:p>
        </p:txBody>
      </p:sp>
      <p:sp>
        <p:nvSpPr>
          <p:cNvPr id="65" name="圓形"/>
          <p:cNvSpPr/>
          <p:nvPr/>
        </p:nvSpPr>
        <p:spPr>
          <a:xfrm>
            <a:off x="2621142" y="1251573"/>
            <a:ext cx="514832" cy="514832"/>
          </a:xfrm>
          <a:prstGeom prst="ellipse">
            <a:avLst/>
          </a:prstGeom>
          <a:solidFill>
            <a:srgbClr val="62C75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endParaRPr/>
          </a:p>
        </p:txBody>
      </p:sp>
      <p:sp>
        <p:nvSpPr>
          <p:cNvPr id="66" name="AI 不只是聊天"/>
          <p:cNvSpPr txBox="1"/>
          <p:nvPr/>
        </p:nvSpPr>
        <p:spPr>
          <a:xfrm>
            <a:off x="190284" y="12842442"/>
            <a:ext cx="2947864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>
              <a:lnSpc>
                <a:spcPct val="110000"/>
              </a:lnSpc>
              <a:spcBef>
                <a:spcPts val="4500"/>
              </a:spcBef>
              <a:defRPr sz="3600" b="1">
                <a:solidFill>
                  <a:srgbClr val="FFFFFF">
                    <a:alpha val="88419"/>
                  </a:srgbClr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r>
              <a:t>AI 不只是聊天</a:t>
            </a:r>
          </a:p>
        </p:txBody>
      </p:sp>
      <p:sp>
        <p:nvSpPr>
          <p:cNvPr id="67" name="圓角矩形"/>
          <p:cNvSpPr/>
          <p:nvPr/>
        </p:nvSpPr>
        <p:spPr>
          <a:xfrm>
            <a:off x="4819624" y="893581"/>
            <a:ext cx="18293297" cy="1601127"/>
          </a:xfrm>
          <a:prstGeom prst="roundRect">
            <a:avLst>
              <a:gd name="adj" fmla="val 50000"/>
            </a:avLst>
          </a:prstGeom>
          <a:solidFill>
            <a:srgbClr val="8FCFE2"/>
          </a:solidFill>
          <a:ln w="63500">
            <a:solidFill>
              <a:srgbClr val="4E93AF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endParaRPr/>
          </a:p>
        </p:txBody>
      </p:sp>
      <p:sp>
        <p:nvSpPr>
          <p:cNvPr id="68" name="冒險01"/>
          <p:cNvSpPr txBox="1"/>
          <p:nvPr/>
        </p:nvSpPr>
        <p:spPr>
          <a:xfrm>
            <a:off x="6952571" y="1065494"/>
            <a:ext cx="15694468" cy="1257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80000"/>
              </a:lnSpc>
              <a:defRPr sz="6500" spc="195">
                <a:solidFill>
                  <a:srgbClr val="FFFFFF">
                    <a:alpha val="80424"/>
                  </a:srgbClr>
                </a:solidFill>
                <a:latin typeface="+mn-lt"/>
                <a:ea typeface="+mn-ea"/>
                <a:cs typeface="+mn-cs"/>
                <a:sym typeface="Yuanti TC Bold"/>
              </a:defRPr>
            </a:lvl1pPr>
          </a:lstStyle>
          <a:p>
            <a:r>
              <a:t>冒險01</a:t>
            </a:r>
          </a:p>
        </p:txBody>
      </p:sp>
      <p:pic>
        <p:nvPicPr>
          <p:cNvPr id="69" name="b1146eb1-77d5-4063-bb41-05c4e47061da.png" descr="b1146eb1-77d5-4063-bb41-05c4e47061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664" y="265394"/>
            <a:ext cx="2857501" cy="28575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標題01">
    <p:bg>
      <p:bgPr>
        <a:solidFill>
          <a:srgbClr val="EA86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圓形"/>
          <p:cNvSpPr/>
          <p:nvPr/>
        </p:nvSpPr>
        <p:spPr>
          <a:xfrm>
            <a:off x="1965459" y="3789790"/>
            <a:ext cx="5570319" cy="5570319"/>
          </a:xfrm>
          <a:prstGeom prst="ellipse">
            <a:avLst/>
          </a:prstGeom>
          <a:solidFill>
            <a:srgbClr val="EAAEC2"/>
          </a:solidFill>
          <a:ln w="12700">
            <a:miter lim="400000"/>
          </a:ln>
          <a:effectLst>
            <a:outerShdw blurRad="482600" dist="202439" dir="558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endParaRPr/>
          </a:p>
        </p:txBody>
      </p:sp>
      <p:sp>
        <p:nvSpPr>
          <p:cNvPr id="77" name="影像"/>
          <p:cNvSpPr>
            <a:spLocks noGrp="1"/>
          </p:cNvSpPr>
          <p:nvPr>
            <p:ph type="pic" sz="quarter" idx="21"/>
          </p:nvPr>
        </p:nvSpPr>
        <p:spPr>
          <a:xfrm>
            <a:off x="2468069" y="4128373"/>
            <a:ext cx="4564797" cy="635540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78" name="開啟 Jupyter Notebook"/>
          <p:cNvSpPr txBox="1">
            <a:spLocks noGrp="1"/>
          </p:cNvSpPr>
          <p:nvPr>
            <p:ph type="body" sz="quarter" idx="22"/>
          </p:nvPr>
        </p:nvSpPr>
        <p:spPr>
          <a:xfrm>
            <a:off x="8471131" y="6643025"/>
            <a:ext cx="14909220" cy="1917701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lnSpc>
                <a:spcPct val="90000"/>
              </a:lnSpc>
              <a:buSzTx/>
              <a:buNone/>
              <a:defRPr sz="10200" spc="408">
                <a:solidFill>
                  <a:srgbClr val="FFFFFF">
                    <a:alpha val="77331"/>
                  </a:srgbClr>
                </a:solidFill>
                <a:latin typeface="+mn-lt"/>
                <a:ea typeface="+mn-ea"/>
                <a:cs typeface="+mn-cs"/>
                <a:sym typeface="Yuanti TC Bold"/>
              </a:defRPr>
            </a:lvl1pPr>
          </a:lstStyle>
          <a:p>
            <a:r>
              <a:t>開啟 Jupyter Notebook</a:t>
            </a:r>
          </a:p>
        </p:txBody>
      </p:sp>
      <p:sp>
        <p:nvSpPr>
          <p:cNvPr id="79" name="01."/>
          <p:cNvSpPr txBox="1">
            <a:spLocks noGrp="1"/>
          </p:cNvSpPr>
          <p:nvPr>
            <p:ph type="body" sz="quarter" idx="23"/>
          </p:nvPr>
        </p:nvSpPr>
        <p:spPr>
          <a:xfrm>
            <a:off x="14624668" y="4420013"/>
            <a:ext cx="2225558" cy="1968501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>
              <a:buSzTx/>
              <a:buNone/>
              <a:defRPr sz="10200" b="1" spc="-204">
                <a:solidFill>
                  <a:srgbClr val="F1C864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lvl1pPr>
          </a:lstStyle>
          <a:p>
            <a:r>
              <a:t>01.</a:t>
            </a:r>
          </a:p>
        </p:txBody>
      </p:sp>
      <p:sp>
        <p:nvSpPr>
          <p:cNvPr id="80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標題02">
    <p:bg>
      <p:bgPr>
        <a:solidFill>
          <a:srgbClr val="85B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圓形"/>
          <p:cNvSpPr/>
          <p:nvPr/>
        </p:nvSpPr>
        <p:spPr>
          <a:xfrm>
            <a:off x="1965459" y="3789790"/>
            <a:ext cx="5570319" cy="5570319"/>
          </a:xfrm>
          <a:prstGeom prst="ellipse">
            <a:avLst/>
          </a:prstGeom>
          <a:solidFill>
            <a:srgbClr val="ACCAE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endParaRPr/>
          </a:p>
        </p:txBody>
      </p:sp>
      <p:sp>
        <p:nvSpPr>
          <p:cNvPr id="88" name="影像"/>
          <p:cNvSpPr>
            <a:spLocks noGrp="1"/>
          </p:cNvSpPr>
          <p:nvPr>
            <p:ph type="pic" sz="quarter" idx="21"/>
          </p:nvPr>
        </p:nvSpPr>
        <p:spPr>
          <a:xfrm>
            <a:off x="2468069" y="4128373"/>
            <a:ext cx="4564797" cy="6355407"/>
          </a:xfrm>
          <a:prstGeom prst="rect">
            <a:avLst/>
          </a:prstGeom>
          <a:effectLst>
            <a:outerShdw blurRad="482600" dist="202439" dir="5580000" rotWithShape="0">
              <a:srgbClr val="000000">
                <a:alpha val="50000"/>
              </a:srgb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9" name="開啟 Jupyter Notebook"/>
          <p:cNvSpPr txBox="1">
            <a:spLocks noGrp="1"/>
          </p:cNvSpPr>
          <p:nvPr>
            <p:ph type="body" sz="quarter" idx="22"/>
          </p:nvPr>
        </p:nvSpPr>
        <p:spPr>
          <a:xfrm>
            <a:off x="8282838" y="6643025"/>
            <a:ext cx="14909220" cy="1917701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lnSpc>
                <a:spcPct val="90000"/>
              </a:lnSpc>
              <a:buSzTx/>
              <a:buNone/>
              <a:defRPr sz="10200" spc="408">
                <a:solidFill>
                  <a:srgbClr val="FFFFFF">
                    <a:alpha val="77331"/>
                  </a:srgbClr>
                </a:solidFill>
                <a:latin typeface="+mn-lt"/>
                <a:ea typeface="+mn-ea"/>
                <a:cs typeface="+mn-cs"/>
                <a:sym typeface="Yuanti TC Bold"/>
              </a:defRPr>
            </a:lvl1pPr>
          </a:lstStyle>
          <a:p>
            <a:r>
              <a:t>開啟 Jupyter Notebook</a:t>
            </a:r>
          </a:p>
        </p:txBody>
      </p:sp>
      <p:sp>
        <p:nvSpPr>
          <p:cNvPr id="90" name="01."/>
          <p:cNvSpPr txBox="1">
            <a:spLocks noGrp="1"/>
          </p:cNvSpPr>
          <p:nvPr>
            <p:ph type="body" sz="quarter" idx="23"/>
          </p:nvPr>
        </p:nvSpPr>
        <p:spPr>
          <a:xfrm>
            <a:off x="14624668" y="4420013"/>
            <a:ext cx="2225558" cy="1968501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>
              <a:buSzTx/>
              <a:buNone/>
              <a:defRPr sz="10200" b="1" spc="-204">
                <a:solidFill>
                  <a:srgbClr val="F1C864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lvl1pPr>
          </a:lstStyle>
          <a:p>
            <a:r>
              <a:t>01.</a:t>
            </a:r>
          </a:p>
        </p:txBody>
      </p:sp>
      <p:sp>
        <p:nvSpPr>
          <p:cNvPr id="91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標題03">
    <p:bg>
      <p:bgPr>
        <a:solidFill>
          <a:srgbClr val="9F5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圓形"/>
          <p:cNvSpPr/>
          <p:nvPr/>
        </p:nvSpPr>
        <p:spPr>
          <a:xfrm>
            <a:off x="1965459" y="3789790"/>
            <a:ext cx="5570319" cy="5570319"/>
          </a:xfrm>
          <a:prstGeom prst="ellipse">
            <a:avLst/>
          </a:prstGeom>
          <a:solidFill>
            <a:srgbClr val="9E757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endParaRPr/>
          </a:p>
        </p:txBody>
      </p:sp>
      <p:sp>
        <p:nvSpPr>
          <p:cNvPr id="99" name="影像"/>
          <p:cNvSpPr>
            <a:spLocks noGrp="1"/>
          </p:cNvSpPr>
          <p:nvPr>
            <p:ph type="pic" sz="quarter" idx="21"/>
          </p:nvPr>
        </p:nvSpPr>
        <p:spPr>
          <a:xfrm>
            <a:off x="2468069" y="4128373"/>
            <a:ext cx="4564797" cy="6355407"/>
          </a:xfrm>
          <a:prstGeom prst="rect">
            <a:avLst/>
          </a:prstGeom>
          <a:effectLst>
            <a:outerShdw blurRad="482600" dist="202439" dir="5580000" rotWithShape="0">
              <a:srgbClr val="000000">
                <a:alpha val="50000"/>
              </a:srgb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00" name="開啟 Jupyter Notebook"/>
          <p:cNvSpPr txBox="1">
            <a:spLocks noGrp="1"/>
          </p:cNvSpPr>
          <p:nvPr>
            <p:ph type="body" sz="quarter" idx="22"/>
          </p:nvPr>
        </p:nvSpPr>
        <p:spPr>
          <a:xfrm>
            <a:off x="8282838" y="6643025"/>
            <a:ext cx="14909220" cy="1917701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lnSpc>
                <a:spcPct val="90000"/>
              </a:lnSpc>
              <a:buSzTx/>
              <a:buNone/>
              <a:defRPr sz="10200" spc="408">
                <a:solidFill>
                  <a:srgbClr val="FFFFFF">
                    <a:alpha val="77331"/>
                  </a:srgbClr>
                </a:solidFill>
                <a:latin typeface="+mn-lt"/>
                <a:ea typeface="+mn-ea"/>
                <a:cs typeface="+mn-cs"/>
                <a:sym typeface="Yuanti TC Bold"/>
              </a:defRPr>
            </a:lvl1pPr>
          </a:lstStyle>
          <a:p>
            <a:r>
              <a:t>開啟 Jupyter Notebook</a:t>
            </a:r>
          </a:p>
        </p:txBody>
      </p:sp>
      <p:sp>
        <p:nvSpPr>
          <p:cNvPr id="101" name="01."/>
          <p:cNvSpPr txBox="1">
            <a:spLocks noGrp="1"/>
          </p:cNvSpPr>
          <p:nvPr>
            <p:ph type="body" sz="quarter" idx="23"/>
          </p:nvPr>
        </p:nvSpPr>
        <p:spPr>
          <a:xfrm>
            <a:off x="14624668" y="4420013"/>
            <a:ext cx="2225558" cy="1968501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>
              <a:buSzTx/>
              <a:buNone/>
              <a:defRPr sz="10200" b="1" spc="-204">
                <a:solidFill>
                  <a:srgbClr val="F1C864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lvl1pPr>
          </a:lstStyle>
          <a:p>
            <a:r>
              <a:t>01.</a:t>
            </a:r>
          </a:p>
        </p:txBody>
      </p:sp>
      <p:sp>
        <p:nvSpPr>
          <p:cNvPr id="102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標題04">
    <p:bg>
      <p:bgPr>
        <a:solidFill>
          <a:srgbClr val="8184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圓形"/>
          <p:cNvSpPr/>
          <p:nvPr/>
        </p:nvSpPr>
        <p:spPr>
          <a:xfrm>
            <a:off x="1965459" y="3789790"/>
            <a:ext cx="5570319" cy="5570319"/>
          </a:xfrm>
          <a:prstGeom prst="ellipse">
            <a:avLst/>
          </a:prstGeom>
          <a:solidFill>
            <a:srgbClr val="A8AAE3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endParaRPr/>
          </a:p>
        </p:txBody>
      </p:sp>
      <p:sp>
        <p:nvSpPr>
          <p:cNvPr id="110" name="影像"/>
          <p:cNvSpPr>
            <a:spLocks noGrp="1"/>
          </p:cNvSpPr>
          <p:nvPr>
            <p:ph type="pic" sz="quarter" idx="21"/>
          </p:nvPr>
        </p:nvSpPr>
        <p:spPr>
          <a:xfrm>
            <a:off x="2468069" y="4128373"/>
            <a:ext cx="4564797" cy="6355407"/>
          </a:xfrm>
          <a:prstGeom prst="rect">
            <a:avLst/>
          </a:prstGeom>
          <a:effectLst>
            <a:outerShdw blurRad="482600" dist="202439" dir="5580000" rotWithShape="0">
              <a:srgbClr val="000000">
                <a:alpha val="50000"/>
              </a:srgb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11" name="開啟 Jupyter Notebook"/>
          <p:cNvSpPr txBox="1">
            <a:spLocks noGrp="1"/>
          </p:cNvSpPr>
          <p:nvPr>
            <p:ph type="body" sz="quarter" idx="22"/>
          </p:nvPr>
        </p:nvSpPr>
        <p:spPr>
          <a:xfrm>
            <a:off x="8282838" y="6643025"/>
            <a:ext cx="14909220" cy="1917701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lnSpc>
                <a:spcPct val="90000"/>
              </a:lnSpc>
              <a:buSzTx/>
              <a:buNone/>
              <a:defRPr sz="10200" spc="408">
                <a:solidFill>
                  <a:srgbClr val="FFFFFF">
                    <a:alpha val="77331"/>
                  </a:srgbClr>
                </a:solidFill>
                <a:latin typeface="+mn-lt"/>
                <a:ea typeface="+mn-ea"/>
                <a:cs typeface="+mn-cs"/>
                <a:sym typeface="Yuanti TC Bold"/>
              </a:defRPr>
            </a:lvl1pPr>
          </a:lstStyle>
          <a:p>
            <a:r>
              <a:t>開啟 Jupyter Notebook</a:t>
            </a:r>
          </a:p>
        </p:txBody>
      </p:sp>
      <p:sp>
        <p:nvSpPr>
          <p:cNvPr id="112" name="01."/>
          <p:cNvSpPr txBox="1">
            <a:spLocks noGrp="1"/>
          </p:cNvSpPr>
          <p:nvPr>
            <p:ph type="body" sz="quarter" idx="23"/>
          </p:nvPr>
        </p:nvSpPr>
        <p:spPr>
          <a:xfrm>
            <a:off x="14624668" y="4420013"/>
            <a:ext cx="2225558" cy="1968501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>
              <a:buSzTx/>
              <a:buNone/>
              <a:defRPr sz="10200" b="1" spc="-204">
                <a:solidFill>
                  <a:srgbClr val="F1C864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lvl1pPr>
          </a:lstStyle>
          <a:p>
            <a:r>
              <a:t>01.</a:t>
            </a:r>
          </a:p>
        </p:txBody>
      </p:sp>
      <p:sp>
        <p:nvSpPr>
          <p:cNvPr id="113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標題05">
    <p:bg>
      <p:bgPr>
        <a:solidFill>
          <a:srgbClr val="74CB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圓形"/>
          <p:cNvSpPr/>
          <p:nvPr/>
        </p:nvSpPr>
        <p:spPr>
          <a:xfrm>
            <a:off x="1965459" y="3789790"/>
            <a:ext cx="5570319" cy="5570319"/>
          </a:xfrm>
          <a:prstGeom prst="ellipse">
            <a:avLst/>
          </a:prstGeom>
          <a:solidFill>
            <a:srgbClr val="95C9B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endParaRPr/>
          </a:p>
        </p:txBody>
      </p:sp>
      <p:sp>
        <p:nvSpPr>
          <p:cNvPr id="121" name="影像"/>
          <p:cNvSpPr>
            <a:spLocks noGrp="1"/>
          </p:cNvSpPr>
          <p:nvPr>
            <p:ph type="pic" sz="quarter" idx="21"/>
          </p:nvPr>
        </p:nvSpPr>
        <p:spPr>
          <a:xfrm>
            <a:off x="2468069" y="4128373"/>
            <a:ext cx="4564797" cy="6355407"/>
          </a:xfrm>
          <a:prstGeom prst="rect">
            <a:avLst/>
          </a:prstGeom>
          <a:effectLst>
            <a:outerShdw blurRad="482600" dist="202439" dir="5580000" rotWithShape="0">
              <a:srgbClr val="000000">
                <a:alpha val="50000"/>
              </a:srgb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2" name="開啟 Jupyter Notebook"/>
          <p:cNvSpPr txBox="1">
            <a:spLocks noGrp="1"/>
          </p:cNvSpPr>
          <p:nvPr>
            <p:ph type="body" sz="quarter" idx="22"/>
          </p:nvPr>
        </p:nvSpPr>
        <p:spPr>
          <a:xfrm>
            <a:off x="8282838" y="6643025"/>
            <a:ext cx="14909220" cy="1917701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lnSpc>
                <a:spcPct val="90000"/>
              </a:lnSpc>
              <a:buSzTx/>
              <a:buNone/>
              <a:defRPr sz="10200" spc="408">
                <a:solidFill>
                  <a:srgbClr val="FFFFFF">
                    <a:alpha val="77331"/>
                  </a:srgbClr>
                </a:solidFill>
                <a:latin typeface="+mn-lt"/>
                <a:ea typeface="+mn-ea"/>
                <a:cs typeface="+mn-cs"/>
                <a:sym typeface="Yuanti TC Bold"/>
              </a:defRPr>
            </a:lvl1pPr>
          </a:lstStyle>
          <a:p>
            <a:r>
              <a:t>開啟 Jupyter Notebook</a:t>
            </a:r>
          </a:p>
        </p:txBody>
      </p:sp>
      <p:sp>
        <p:nvSpPr>
          <p:cNvPr id="123" name="01."/>
          <p:cNvSpPr txBox="1">
            <a:spLocks noGrp="1"/>
          </p:cNvSpPr>
          <p:nvPr>
            <p:ph type="body" sz="quarter" idx="23"/>
          </p:nvPr>
        </p:nvSpPr>
        <p:spPr>
          <a:xfrm>
            <a:off x="14624668" y="4420013"/>
            <a:ext cx="2225558" cy="1968501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>
              <a:buSzTx/>
              <a:buNone/>
              <a:defRPr sz="10200" b="1" spc="-204">
                <a:solidFill>
                  <a:srgbClr val="F1C864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lvl1pPr>
          </a:lstStyle>
          <a:p>
            <a:r>
              <a:t>01.</a:t>
            </a:r>
          </a:p>
        </p:txBody>
      </p:sp>
      <p:sp>
        <p:nvSpPr>
          <p:cNvPr id="124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/>
          <p:nvPr/>
        </p:nvSpPr>
        <p:spPr>
          <a:xfrm>
            <a:off x="863" y="12733477"/>
            <a:ext cx="24656793" cy="979932"/>
          </a:xfrm>
          <a:prstGeom prst="rect">
            <a:avLst/>
          </a:prstGeom>
          <a:solidFill>
            <a:srgbClr val="5FA8C4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endParaRPr/>
          </a:p>
        </p:txBody>
      </p:sp>
      <p:sp>
        <p:nvSpPr>
          <p:cNvPr id="3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23415152" y="12772592"/>
            <a:ext cx="653470" cy="7620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defRPr sz="3600" b="1">
                <a:solidFill>
                  <a:srgbClr val="2E5C74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4" name="幻燈片標題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10477500" cy="143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幻燈片標題</a:t>
            </a:r>
          </a:p>
        </p:txBody>
      </p:sp>
      <p:sp>
        <p:nvSpPr>
          <p:cNvPr id="5" name="內文層級一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104775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幻燈片項目符號文字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500" b="0" i="0" u="none" strike="noStrike" cap="none" spc="195" baseline="0">
          <a:solidFill>
            <a:srgbClr val="FFFFFF">
              <a:alpha val="80424"/>
            </a:srgbClr>
          </a:solidFill>
          <a:uFillTx/>
          <a:latin typeface="+mn-lt"/>
          <a:ea typeface="+mn-ea"/>
          <a:cs typeface="+mn-cs"/>
          <a:sym typeface="Yuanti TC Bold"/>
        </a:defRPr>
      </a:lvl1pPr>
      <a:lvl2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500" b="0" i="0" u="none" strike="noStrike" cap="none" spc="195" baseline="0">
          <a:solidFill>
            <a:srgbClr val="FFFFFF">
              <a:alpha val="80424"/>
            </a:srgbClr>
          </a:solidFill>
          <a:uFillTx/>
          <a:latin typeface="+mn-lt"/>
          <a:ea typeface="+mn-ea"/>
          <a:cs typeface="+mn-cs"/>
          <a:sym typeface="Yuanti TC Bold"/>
        </a:defRPr>
      </a:lvl2pPr>
      <a:lvl3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500" b="0" i="0" u="none" strike="noStrike" cap="none" spc="195" baseline="0">
          <a:solidFill>
            <a:srgbClr val="FFFFFF">
              <a:alpha val="80424"/>
            </a:srgbClr>
          </a:solidFill>
          <a:uFillTx/>
          <a:latin typeface="+mn-lt"/>
          <a:ea typeface="+mn-ea"/>
          <a:cs typeface="+mn-cs"/>
          <a:sym typeface="Yuanti TC Bold"/>
        </a:defRPr>
      </a:lvl3pPr>
      <a:lvl4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500" b="0" i="0" u="none" strike="noStrike" cap="none" spc="195" baseline="0">
          <a:solidFill>
            <a:srgbClr val="FFFFFF">
              <a:alpha val="80424"/>
            </a:srgbClr>
          </a:solidFill>
          <a:uFillTx/>
          <a:latin typeface="+mn-lt"/>
          <a:ea typeface="+mn-ea"/>
          <a:cs typeface="+mn-cs"/>
          <a:sym typeface="Yuanti TC Bold"/>
        </a:defRPr>
      </a:lvl4pPr>
      <a:lvl5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500" b="0" i="0" u="none" strike="noStrike" cap="none" spc="195" baseline="0">
          <a:solidFill>
            <a:srgbClr val="FFFFFF">
              <a:alpha val="80424"/>
            </a:srgbClr>
          </a:solidFill>
          <a:uFillTx/>
          <a:latin typeface="+mn-lt"/>
          <a:ea typeface="+mn-ea"/>
          <a:cs typeface="+mn-cs"/>
          <a:sym typeface="Yuanti TC Bold"/>
        </a:defRPr>
      </a:lvl5pPr>
      <a:lvl6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500" b="0" i="0" u="none" strike="noStrike" cap="none" spc="195" baseline="0">
          <a:solidFill>
            <a:srgbClr val="FFFFFF">
              <a:alpha val="80424"/>
            </a:srgbClr>
          </a:solidFill>
          <a:uFillTx/>
          <a:latin typeface="+mn-lt"/>
          <a:ea typeface="+mn-ea"/>
          <a:cs typeface="+mn-cs"/>
          <a:sym typeface="Yuanti TC Bold"/>
        </a:defRPr>
      </a:lvl6pPr>
      <a:lvl7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500" b="0" i="0" u="none" strike="noStrike" cap="none" spc="195" baseline="0">
          <a:solidFill>
            <a:srgbClr val="FFFFFF">
              <a:alpha val="80424"/>
            </a:srgbClr>
          </a:solidFill>
          <a:uFillTx/>
          <a:latin typeface="+mn-lt"/>
          <a:ea typeface="+mn-ea"/>
          <a:cs typeface="+mn-cs"/>
          <a:sym typeface="Yuanti TC Bold"/>
        </a:defRPr>
      </a:lvl7pPr>
      <a:lvl8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500" b="0" i="0" u="none" strike="noStrike" cap="none" spc="195" baseline="0">
          <a:solidFill>
            <a:srgbClr val="FFFFFF">
              <a:alpha val="80424"/>
            </a:srgbClr>
          </a:solidFill>
          <a:uFillTx/>
          <a:latin typeface="+mn-lt"/>
          <a:ea typeface="+mn-ea"/>
          <a:cs typeface="+mn-cs"/>
          <a:sym typeface="Yuanti TC Bold"/>
        </a:defRPr>
      </a:lvl8pPr>
      <a:lvl9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500" b="0" i="0" u="none" strike="noStrike" cap="none" spc="195" baseline="0">
          <a:solidFill>
            <a:srgbClr val="FFFFFF">
              <a:alpha val="80424"/>
            </a:srgbClr>
          </a:solidFill>
          <a:uFillTx/>
          <a:latin typeface="+mn-lt"/>
          <a:ea typeface="+mn-ea"/>
          <a:cs typeface="+mn-cs"/>
          <a:sym typeface="Yuanti TC Bold"/>
        </a:defRPr>
      </a:lvl9pPr>
    </p:titleStyle>
    <p:bodyStyle>
      <a:lvl1pPr marL="609600" marR="0" indent="-609600" algn="l" defTabSz="2438338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>
              <a:alpha val="70167"/>
            </a:srgbClr>
          </a:solidFill>
          <a:uFillTx/>
          <a:latin typeface="+mj-lt"/>
          <a:ea typeface="+mj-ea"/>
          <a:cs typeface="+mj-cs"/>
          <a:sym typeface="Noto Sans TC Bold"/>
        </a:defRPr>
      </a:lvl1pPr>
      <a:lvl2pPr marL="1219200" marR="0" indent="-609600" algn="l" defTabSz="2438338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>
              <a:alpha val="70167"/>
            </a:srgbClr>
          </a:solidFill>
          <a:uFillTx/>
          <a:latin typeface="+mj-lt"/>
          <a:ea typeface="+mj-ea"/>
          <a:cs typeface="+mj-cs"/>
          <a:sym typeface="Noto Sans TC Bold"/>
        </a:defRPr>
      </a:lvl2pPr>
      <a:lvl3pPr marL="1828800" marR="0" indent="-609600" algn="l" defTabSz="2438338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>
              <a:alpha val="70167"/>
            </a:srgbClr>
          </a:solidFill>
          <a:uFillTx/>
          <a:latin typeface="+mj-lt"/>
          <a:ea typeface="+mj-ea"/>
          <a:cs typeface="+mj-cs"/>
          <a:sym typeface="Noto Sans TC Bold"/>
        </a:defRPr>
      </a:lvl3pPr>
      <a:lvl4pPr marL="2438400" marR="0" indent="-609600" algn="l" defTabSz="2438338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>
              <a:alpha val="70167"/>
            </a:srgbClr>
          </a:solidFill>
          <a:uFillTx/>
          <a:latin typeface="+mj-lt"/>
          <a:ea typeface="+mj-ea"/>
          <a:cs typeface="+mj-cs"/>
          <a:sym typeface="Noto Sans TC Bold"/>
        </a:defRPr>
      </a:lvl4pPr>
      <a:lvl5pPr marL="3048000" marR="0" indent="-609600" algn="l" defTabSz="2438338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>
              <a:alpha val="70167"/>
            </a:srgbClr>
          </a:solidFill>
          <a:uFillTx/>
          <a:latin typeface="+mj-lt"/>
          <a:ea typeface="+mj-ea"/>
          <a:cs typeface="+mj-cs"/>
          <a:sym typeface="Noto Sans TC Bold"/>
        </a:defRPr>
      </a:lvl5pPr>
      <a:lvl6pPr marL="3657600" marR="0" indent="-609600" algn="l" defTabSz="2438338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>
              <a:alpha val="70167"/>
            </a:srgbClr>
          </a:solidFill>
          <a:uFillTx/>
          <a:latin typeface="+mj-lt"/>
          <a:ea typeface="+mj-ea"/>
          <a:cs typeface="+mj-cs"/>
          <a:sym typeface="Noto Sans TC Bold"/>
        </a:defRPr>
      </a:lvl6pPr>
      <a:lvl7pPr marL="4267200" marR="0" indent="-609600" algn="l" defTabSz="2438338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>
              <a:alpha val="70167"/>
            </a:srgbClr>
          </a:solidFill>
          <a:uFillTx/>
          <a:latin typeface="+mj-lt"/>
          <a:ea typeface="+mj-ea"/>
          <a:cs typeface="+mj-cs"/>
          <a:sym typeface="Noto Sans TC Bold"/>
        </a:defRPr>
      </a:lvl7pPr>
      <a:lvl8pPr marL="4876800" marR="0" indent="-609600" algn="l" defTabSz="2438338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>
              <a:alpha val="70167"/>
            </a:srgbClr>
          </a:solidFill>
          <a:uFillTx/>
          <a:latin typeface="+mj-lt"/>
          <a:ea typeface="+mj-ea"/>
          <a:cs typeface="+mj-cs"/>
          <a:sym typeface="Noto Sans TC Bold"/>
        </a:defRPr>
      </a:lvl8pPr>
      <a:lvl9pPr marL="5486400" marR="0" indent="-609600" algn="l" defTabSz="2438338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>
              <a:alpha val="70167"/>
            </a:srgbClr>
          </a:solidFill>
          <a:uFillTx/>
          <a:latin typeface="+mj-lt"/>
          <a:ea typeface="+mj-ea"/>
          <a:cs typeface="+mj-cs"/>
          <a:sym typeface="Noto Sans TC Bold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Noto Sans TC Bold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Noto Sans TC Bold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Noto Sans TC Bold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Noto Sans TC Bold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Noto Sans TC Bold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Noto Sans TC Bold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Noto Sans TC Bold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Noto Sans TC Bold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Noto Sans TC Bold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23549944" y="12772592"/>
            <a:ext cx="383886" cy="762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  <p:sp>
        <p:nvSpPr>
          <p:cNvPr id="134" name="學習 AI 的三大認知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學習 AI 的三大認知</a:t>
            </a:r>
          </a:p>
        </p:txBody>
      </p:sp>
      <p:grpSp>
        <p:nvGrpSpPr>
          <p:cNvPr id="137" name="群組"/>
          <p:cNvGrpSpPr/>
          <p:nvPr/>
        </p:nvGrpSpPr>
        <p:grpSpPr>
          <a:xfrm>
            <a:off x="2853354" y="3726913"/>
            <a:ext cx="9906001" cy="1838055"/>
            <a:chOff x="0" y="0"/>
            <a:chExt cx="9906000" cy="1838053"/>
          </a:xfrm>
        </p:grpSpPr>
        <p:sp>
          <p:nvSpPr>
            <p:cNvPr id="135" name="圓角矩形"/>
            <p:cNvSpPr/>
            <p:nvPr/>
          </p:nvSpPr>
          <p:spPr>
            <a:xfrm>
              <a:off x="0" y="0"/>
              <a:ext cx="9906000" cy="1838054"/>
            </a:xfrm>
            <a:prstGeom prst="roundRect">
              <a:avLst>
                <a:gd name="adj" fmla="val 50000"/>
              </a:avLst>
            </a:prstGeom>
            <a:solidFill>
              <a:srgbClr val="E9F4FA"/>
            </a:solidFill>
            <a:ln w="63500" cap="flat">
              <a:solidFill>
                <a:srgbClr val="5FA8C4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b="1">
                  <a:solidFill>
                    <a:srgbClr val="FFFFFF"/>
                  </a:solidFill>
                  <a:latin typeface="Noto Sans TC Bold"/>
                  <a:ea typeface="Noto Sans TC Bold"/>
                  <a:cs typeface="Noto Sans TC Bold"/>
                  <a:sym typeface="Noto Sans TC Bold"/>
                </a:defRPr>
              </a:pPr>
              <a:endParaRPr/>
            </a:p>
          </p:txBody>
        </p:sp>
        <p:sp>
          <p:nvSpPr>
            <p:cNvPr id="136" name="別幻想 AI 自動搞定一切"/>
            <p:cNvSpPr txBox="1"/>
            <p:nvPr/>
          </p:nvSpPr>
          <p:spPr>
            <a:xfrm>
              <a:off x="630597" y="356858"/>
              <a:ext cx="6469177" cy="990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rPr dirty="0" err="1"/>
                <a:t>別幻想</a:t>
              </a:r>
              <a:r>
                <a:rPr dirty="0"/>
                <a:t> AI </a:t>
              </a:r>
              <a:r>
                <a:rPr dirty="0" err="1"/>
                <a:t>自動搞定一切</a:t>
              </a:r>
              <a:endParaRPr dirty="0"/>
            </a:p>
          </p:txBody>
        </p:sp>
      </p:grpSp>
      <p:grpSp>
        <p:nvGrpSpPr>
          <p:cNvPr id="140" name="群組"/>
          <p:cNvGrpSpPr/>
          <p:nvPr/>
        </p:nvGrpSpPr>
        <p:grpSpPr>
          <a:xfrm>
            <a:off x="2852965" y="6765423"/>
            <a:ext cx="9906780" cy="1838054"/>
            <a:chOff x="0" y="0"/>
            <a:chExt cx="9906779" cy="1838053"/>
          </a:xfrm>
        </p:grpSpPr>
        <p:sp>
          <p:nvSpPr>
            <p:cNvPr id="138" name="圓角矩形"/>
            <p:cNvSpPr/>
            <p:nvPr/>
          </p:nvSpPr>
          <p:spPr>
            <a:xfrm>
              <a:off x="0" y="0"/>
              <a:ext cx="9906780" cy="1838054"/>
            </a:xfrm>
            <a:prstGeom prst="roundRect">
              <a:avLst>
                <a:gd name="adj" fmla="val 50000"/>
              </a:avLst>
            </a:prstGeom>
            <a:solidFill>
              <a:srgbClr val="E4F5F4"/>
            </a:solidFill>
            <a:ln w="63500" cap="flat">
              <a:solidFill>
                <a:srgbClr val="7CCBC9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b="1">
                  <a:solidFill>
                    <a:srgbClr val="FFFFFF"/>
                  </a:solidFill>
                  <a:latin typeface="Noto Sans TC Bold"/>
                  <a:ea typeface="Noto Sans TC Bold"/>
                  <a:cs typeface="Noto Sans TC Bold"/>
                  <a:sym typeface="Noto Sans TC Bold"/>
                </a:defRPr>
              </a:pPr>
              <a:endParaRPr/>
            </a:p>
          </p:txBody>
        </p:sp>
        <p:sp>
          <p:nvSpPr>
            <p:cNvPr id="139" name="Demo 一個週末，產品一個十年"/>
            <p:cNvSpPr txBox="1"/>
            <p:nvPr/>
          </p:nvSpPr>
          <p:spPr>
            <a:xfrm>
              <a:off x="595039" y="315747"/>
              <a:ext cx="8716701" cy="990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Demo 一個週末，產品一個十年</a:t>
              </a:r>
            </a:p>
          </p:txBody>
        </p:sp>
      </p:grpSp>
      <p:grpSp>
        <p:nvGrpSpPr>
          <p:cNvPr id="143" name="群組"/>
          <p:cNvGrpSpPr/>
          <p:nvPr/>
        </p:nvGrpSpPr>
        <p:grpSpPr>
          <a:xfrm>
            <a:off x="2853354" y="9949667"/>
            <a:ext cx="9906001" cy="1838055"/>
            <a:chOff x="0" y="0"/>
            <a:chExt cx="9906000" cy="1838053"/>
          </a:xfrm>
        </p:grpSpPr>
        <p:sp>
          <p:nvSpPr>
            <p:cNvPr id="141" name="圓角矩形"/>
            <p:cNvSpPr/>
            <p:nvPr/>
          </p:nvSpPr>
          <p:spPr>
            <a:xfrm>
              <a:off x="0" y="0"/>
              <a:ext cx="9906000" cy="1838054"/>
            </a:xfrm>
            <a:prstGeom prst="roundRect">
              <a:avLst>
                <a:gd name="adj" fmla="val 50000"/>
              </a:avLst>
            </a:prstGeom>
            <a:solidFill>
              <a:srgbClr val="FDEDF0"/>
            </a:solidFill>
            <a:ln w="63500" cap="flat">
              <a:solidFill>
                <a:srgbClr val="F4B3BE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b="1">
                  <a:solidFill>
                    <a:srgbClr val="FFFFFF"/>
                  </a:solidFill>
                  <a:latin typeface="Noto Sans TC Bold"/>
                  <a:ea typeface="Noto Sans TC Bold"/>
                  <a:cs typeface="Noto Sans TC Bold"/>
                  <a:sym typeface="Noto Sans TC Bold"/>
                </a:defRPr>
              </a:pPr>
              <a:endParaRPr/>
            </a:p>
          </p:txBody>
        </p:sp>
        <p:sp>
          <p:nvSpPr>
            <p:cNvPr id="142" name="別追工具，追你要解決的問題"/>
            <p:cNvSpPr txBox="1"/>
            <p:nvPr/>
          </p:nvSpPr>
          <p:spPr>
            <a:xfrm>
              <a:off x="542961" y="322126"/>
              <a:ext cx="8039101" cy="990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別追工具，追你要解決的問題</a:t>
              </a:r>
            </a:p>
          </p:txBody>
        </p:sp>
      </p:grpSp>
      <p:sp>
        <p:nvSpPr>
          <p:cNvPr id="144" name="圓角矩形"/>
          <p:cNvSpPr/>
          <p:nvPr/>
        </p:nvSpPr>
        <p:spPr>
          <a:xfrm>
            <a:off x="3439249" y="3023384"/>
            <a:ext cx="2947865" cy="1117970"/>
          </a:xfrm>
          <a:prstGeom prst="roundRect">
            <a:avLst>
              <a:gd name="adj" fmla="val 47949"/>
            </a:avLst>
          </a:prstGeom>
          <a:solidFill>
            <a:srgbClr val="2E5C74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3300" b="1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endParaRPr/>
          </a:p>
        </p:txBody>
      </p:sp>
      <p:sp>
        <p:nvSpPr>
          <p:cNvPr id="145" name="懂原理"/>
          <p:cNvSpPr txBox="1"/>
          <p:nvPr/>
        </p:nvSpPr>
        <p:spPr>
          <a:xfrm>
            <a:off x="3941631" y="3087068"/>
            <a:ext cx="1943101" cy="99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825500">
              <a:defRPr b="1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lvl1pPr>
          </a:lstStyle>
          <a:p>
            <a:r>
              <a:t>懂原理</a:t>
            </a:r>
          </a:p>
        </p:txBody>
      </p:sp>
      <p:sp>
        <p:nvSpPr>
          <p:cNvPr id="146" name="圓角矩形"/>
          <p:cNvSpPr/>
          <p:nvPr/>
        </p:nvSpPr>
        <p:spPr>
          <a:xfrm>
            <a:off x="3439249" y="5977296"/>
            <a:ext cx="2947865" cy="1117970"/>
          </a:xfrm>
          <a:prstGeom prst="roundRect">
            <a:avLst>
              <a:gd name="adj" fmla="val 47949"/>
            </a:avLst>
          </a:prstGeom>
          <a:solidFill>
            <a:srgbClr val="2E5C74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3300" b="1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endParaRPr/>
          </a:p>
        </p:txBody>
      </p:sp>
      <p:sp>
        <p:nvSpPr>
          <p:cNvPr id="147" name="懂差距"/>
          <p:cNvSpPr txBox="1"/>
          <p:nvPr/>
        </p:nvSpPr>
        <p:spPr>
          <a:xfrm>
            <a:off x="3941631" y="6040980"/>
            <a:ext cx="1943101" cy="99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825500">
              <a:defRPr b="1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lvl1pPr>
          </a:lstStyle>
          <a:p>
            <a:r>
              <a:t>懂差距</a:t>
            </a:r>
          </a:p>
        </p:txBody>
      </p:sp>
      <p:sp>
        <p:nvSpPr>
          <p:cNvPr id="148" name="圓角矩形"/>
          <p:cNvSpPr/>
          <p:nvPr/>
        </p:nvSpPr>
        <p:spPr>
          <a:xfrm>
            <a:off x="3439249" y="9323545"/>
            <a:ext cx="2947865" cy="1117970"/>
          </a:xfrm>
          <a:prstGeom prst="roundRect">
            <a:avLst>
              <a:gd name="adj" fmla="val 47949"/>
            </a:avLst>
          </a:prstGeom>
          <a:solidFill>
            <a:srgbClr val="2E5C74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3300" b="1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endParaRPr/>
          </a:p>
        </p:txBody>
      </p:sp>
      <p:sp>
        <p:nvSpPr>
          <p:cNvPr id="149" name="懂問題"/>
          <p:cNvSpPr txBox="1"/>
          <p:nvPr/>
        </p:nvSpPr>
        <p:spPr>
          <a:xfrm>
            <a:off x="3941631" y="9387229"/>
            <a:ext cx="1943101" cy="99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825500">
              <a:defRPr b="1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lvl1pPr>
          </a:lstStyle>
          <a:p>
            <a:r>
              <a:t>懂問題</a:t>
            </a:r>
          </a:p>
        </p:txBody>
      </p:sp>
      <p:pic>
        <p:nvPicPr>
          <p:cNvPr id="150" name="girl_yp.png" descr="girl_y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7788" y="3232919"/>
            <a:ext cx="6742729" cy="1011409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23549944" y="12772592"/>
            <a:ext cx="383886" cy="762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</a:t>
            </a:fld>
            <a:endParaRPr/>
          </a:p>
        </p:txBody>
      </p:sp>
      <p:sp>
        <p:nvSpPr>
          <p:cNvPr id="153" name="AI 學習的重點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AI 學習的重點</a:t>
            </a:r>
          </a:p>
        </p:txBody>
      </p:sp>
      <p:sp>
        <p:nvSpPr>
          <p:cNvPr id="154" name="泡泡引言框"/>
          <p:cNvSpPr/>
          <p:nvPr/>
        </p:nvSpPr>
        <p:spPr>
          <a:xfrm>
            <a:off x="5992636" y="4530818"/>
            <a:ext cx="7522370" cy="33976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374" y="0"/>
                </a:moveTo>
                <a:cubicBezTo>
                  <a:pt x="1063" y="0"/>
                  <a:pt x="0" y="2353"/>
                  <a:pt x="0" y="5256"/>
                </a:cubicBezTo>
                <a:lnTo>
                  <a:pt x="0" y="16344"/>
                </a:lnTo>
                <a:cubicBezTo>
                  <a:pt x="0" y="19247"/>
                  <a:pt x="1063" y="21600"/>
                  <a:pt x="2374" y="21600"/>
                </a:cubicBezTo>
                <a:lnTo>
                  <a:pt x="17283" y="21600"/>
                </a:lnTo>
                <a:cubicBezTo>
                  <a:pt x="18594" y="21600"/>
                  <a:pt x="19657" y="19247"/>
                  <a:pt x="19657" y="16344"/>
                </a:cubicBezTo>
                <a:lnTo>
                  <a:pt x="19657" y="11235"/>
                </a:lnTo>
                <a:lnTo>
                  <a:pt x="21600" y="10022"/>
                </a:lnTo>
                <a:lnTo>
                  <a:pt x="19657" y="9078"/>
                </a:lnTo>
                <a:lnTo>
                  <a:pt x="19657" y="5256"/>
                </a:lnTo>
                <a:cubicBezTo>
                  <a:pt x="19657" y="2353"/>
                  <a:pt x="18594" y="0"/>
                  <a:pt x="17283" y="0"/>
                </a:cubicBezTo>
                <a:lnTo>
                  <a:pt x="2374" y="0"/>
                </a:lnTo>
                <a:close/>
              </a:path>
            </a:pathLst>
          </a:custGeom>
          <a:solidFill>
            <a:srgbClr val="FFFFFF"/>
          </a:solidFill>
          <a:ln w="63500">
            <a:solidFill>
              <a:srgbClr val="2E5C74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80000"/>
              </a:lnSpc>
              <a:defRPr sz="3300" b="1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55" name="AI 的重點不是「data driven 的技術」*。"/>
          <p:cNvSpPr txBox="1"/>
          <p:nvPr/>
        </p:nvSpPr>
        <p:spPr>
          <a:xfrm>
            <a:off x="6655962" y="4845327"/>
            <a:ext cx="5008168" cy="276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t>AI 的重點不是「</a:t>
            </a:r>
            <a:r>
              <a:rPr>
                <a:solidFill>
                  <a:srgbClr val="2E5C74"/>
                </a:solidFill>
              </a:rPr>
              <a:t>data driven </a:t>
            </a:r>
            <a:r>
              <a:t>的</a:t>
            </a:r>
            <a:r>
              <a:rPr>
                <a:solidFill>
                  <a:srgbClr val="2E5C74"/>
                </a:solidFill>
              </a:rPr>
              <a:t>技術</a:t>
            </a:r>
            <a:r>
              <a:t>」</a:t>
            </a:r>
            <a:r>
              <a:rPr>
                <a:solidFill>
                  <a:srgbClr val="2E5C74"/>
                </a:solidFill>
              </a:rPr>
              <a:t>*</a:t>
            </a:r>
            <a:r>
              <a:t>。</a:t>
            </a:r>
          </a:p>
        </p:txBody>
      </p:sp>
      <p:sp>
        <p:nvSpPr>
          <p:cNvPr id="156" name="圓角矩形"/>
          <p:cNvSpPr/>
          <p:nvPr/>
        </p:nvSpPr>
        <p:spPr>
          <a:xfrm>
            <a:off x="7246440" y="11081591"/>
            <a:ext cx="10993642" cy="1270001"/>
          </a:xfrm>
          <a:prstGeom prst="roundRect">
            <a:avLst>
              <a:gd name="adj" fmla="val 39669"/>
            </a:avLst>
          </a:prstGeom>
          <a:solidFill>
            <a:srgbClr val="D6EEF6"/>
          </a:solidFill>
          <a:ln w="63500">
            <a:solidFill>
              <a:srgbClr val="5FA8C4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endParaRPr/>
          </a:p>
        </p:txBody>
      </p:sp>
      <p:sp>
        <p:nvSpPr>
          <p:cNvPr id="157" name="雖然不是錯誤, 但可能是有害的概念。"/>
          <p:cNvSpPr txBox="1"/>
          <p:nvPr/>
        </p:nvSpPr>
        <p:spPr>
          <a:xfrm>
            <a:off x="7833106" y="11221291"/>
            <a:ext cx="10204171" cy="99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雖然不是錯誤, 但可能是有害的概念。</a:t>
            </a:r>
          </a:p>
        </p:txBody>
      </p:sp>
      <p:pic>
        <p:nvPicPr>
          <p:cNvPr id="158" name="toto01.png" descr="toto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6359" y="2779326"/>
            <a:ext cx="5710909" cy="856636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23549944" y="12772592"/>
            <a:ext cx="383886" cy="762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  <p:sp>
        <p:nvSpPr>
          <p:cNvPr id="161" name="AI 本質上是呆萌型 AI 機器人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AI 本質上是呆萌型 AI 機器人</a:t>
            </a:r>
          </a:p>
        </p:txBody>
      </p:sp>
      <p:sp>
        <p:nvSpPr>
          <p:cNvPr id="162" name="圓角矩形"/>
          <p:cNvSpPr/>
          <p:nvPr/>
        </p:nvSpPr>
        <p:spPr>
          <a:xfrm>
            <a:off x="5910447" y="10412092"/>
            <a:ext cx="11921115" cy="1270001"/>
          </a:xfrm>
          <a:prstGeom prst="roundRect">
            <a:avLst>
              <a:gd name="adj" fmla="val 39669"/>
            </a:avLst>
          </a:prstGeom>
          <a:solidFill>
            <a:srgbClr val="D6EEF6"/>
          </a:solidFill>
          <a:ln w="63500">
            <a:solidFill>
              <a:srgbClr val="5FA8C4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b="1">
                <a:solidFill>
                  <a:srgbClr val="FFFFFF"/>
                </a:solidFill>
                <a:latin typeface="Noto Sans TC Bold"/>
                <a:ea typeface="Noto Sans TC Bold"/>
                <a:cs typeface="Noto Sans TC Bold"/>
                <a:sym typeface="Noto Sans TC Bold"/>
              </a:defRPr>
            </a:pPr>
            <a:endParaRPr/>
          </a:p>
        </p:txBody>
      </p:sp>
      <p:sp>
        <p:nvSpPr>
          <p:cNvPr id="163" name="箭頭"/>
          <p:cNvSpPr/>
          <p:nvPr/>
        </p:nvSpPr>
        <p:spPr>
          <a:xfrm>
            <a:off x="8362310" y="5708103"/>
            <a:ext cx="1143476" cy="934050"/>
          </a:xfrm>
          <a:prstGeom prst="rightArrow">
            <a:avLst>
              <a:gd name="adj1" fmla="val 32000"/>
              <a:gd name="adj2" fmla="val 55871"/>
            </a:avLst>
          </a:prstGeom>
          <a:solidFill>
            <a:srgbClr val="8FCFE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defRPr sz="26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sp>
        <p:nvSpPr>
          <p:cNvPr id="164" name="就是知道輸入是什麼、輸出是長什麼樣子"/>
          <p:cNvSpPr txBox="1"/>
          <p:nvPr/>
        </p:nvSpPr>
        <p:spPr>
          <a:xfrm>
            <a:off x="6327454" y="10551792"/>
            <a:ext cx="11087101" cy="99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就是知道輸入是什麼、輸出是長什麼樣子</a:t>
            </a:r>
          </a:p>
        </p:txBody>
      </p:sp>
      <p:sp>
        <p:nvSpPr>
          <p:cNvPr id="165" name="泡泡引言框"/>
          <p:cNvSpPr/>
          <p:nvPr/>
        </p:nvSpPr>
        <p:spPr>
          <a:xfrm>
            <a:off x="5674713" y="7520600"/>
            <a:ext cx="4573191" cy="15454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36" y="0"/>
                </a:moveTo>
                <a:cubicBezTo>
                  <a:pt x="867" y="0"/>
                  <a:pt x="0" y="2565"/>
                  <a:pt x="0" y="5730"/>
                </a:cubicBezTo>
                <a:lnTo>
                  <a:pt x="0" y="15870"/>
                </a:lnTo>
                <a:cubicBezTo>
                  <a:pt x="0" y="19035"/>
                  <a:pt x="867" y="21600"/>
                  <a:pt x="1936" y="21600"/>
                </a:cubicBezTo>
                <a:lnTo>
                  <a:pt x="18153" y="21600"/>
                </a:lnTo>
                <a:cubicBezTo>
                  <a:pt x="19222" y="21600"/>
                  <a:pt x="20091" y="19035"/>
                  <a:pt x="20091" y="15870"/>
                </a:cubicBezTo>
                <a:lnTo>
                  <a:pt x="20091" y="8315"/>
                </a:lnTo>
                <a:lnTo>
                  <a:pt x="21600" y="5253"/>
                </a:lnTo>
                <a:lnTo>
                  <a:pt x="19979" y="3872"/>
                </a:lnTo>
                <a:cubicBezTo>
                  <a:pt x="19717" y="1624"/>
                  <a:pt x="19001" y="0"/>
                  <a:pt x="18153" y="0"/>
                </a:cubicBezTo>
                <a:lnTo>
                  <a:pt x="1936" y="0"/>
                </a:lnTo>
                <a:close/>
              </a:path>
            </a:pathLst>
          </a:custGeom>
          <a:solidFill>
            <a:srgbClr val="FFFFFF"/>
          </a:solidFill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80000"/>
              </a:lnSpc>
              <a:defRPr sz="46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66" name="箭頭"/>
          <p:cNvSpPr/>
          <p:nvPr/>
        </p:nvSpPr>
        <p:spPr>
          <a:xfrm>
            <a:off x="14236224" y="5814254"/>
            <a:ext cx="1143475" cy="934051"/>
          </a:xfrm>
          <a:prstGeom prst="rightArrow">
            <a:avLst>
              <a:gd name="adj1" fmla="val 32000"/>
              <a:gd name="adj2" fmla="val 55871"/>
            </a:avLst>
          </a:prstGeom>
          <a:solidFill>
            <a:srgbClr val="8FCFE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defRPr sz="26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grpSp>
        <p:nvGrpSpPr>
          <p:cNvPr id="169" name="群組"/>
          <p:cNvGrpSpPr/>
          <p:nvPr/>
        </p:nvGrpSpPr>
        <p:grpSpPr>
          <a:xfrm>
            <a:off x="9912773" y="4218354"/>
            <a:ext cx="3916463" cy="4125851"/>
            <a:chOff x="0" y="0"/>
            <a:chExt cx="3916462" cy="4125849"/>
          </a:xfrm>
        </p:grpSpPr>
        <p:pic>
          <p:nvPicPr>
            <p:cNvPr id="167" name="ai_model2.png" descr="ai_model2.png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0" y="0"/>
              <a:ext cx="3916463" cy="412585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68" name="fθ"/>
            <p:cNvSpPr txBox="1"/>
            <p:nvPr/>
          </p:nvSpPr>
          <p:spPr>
            <a:xfrm>
              <a:off x="1498348" y="2477325"/>
              <a:ext cx="919666" cy="12705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>
                <a:defRPr sz="7200" b="1">
                  <a:solidFill>
                    <a:srgbClr val="FFFFFF">
                      <a:alpha val="75538"/>
                    </a:srgbClr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t>f</a:t>
              </a:r>
              <a:r>
                <a:rPr sz="5700" baseline="-15789"/>
                <a:t>θ</a:t>
              </a:r>
            </a:p>
          </p:txBody>
        </p:sp>
      </p:grpSp>
      <p:sp>
        <p:nvSpPr>
          <p:cNvPr id="170" name="函數學習機"/>
          <p:cNvSpPr txBox="1"/>
          <p:nvPr/>
        </p:nvSpPr>
        <p:spPr>
          <a:xfrm>
            <a:off x="6097231" y="7747216"/>
            <a:ext cx="3300692" cy="99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 函數學習機</a:t>
            </a:r>
          </a:p>
        </p:txBody>
      </p:sp>
      <p:sp>
        <p:nvSpPr>
          <p:cNvPr id="171" name="泡泡引言框"/>
          <p:cNvSpPr/>
          <p:nvPr/>
        </p:nvSpPr>
        <p:spPr>
          <a:xfrm>
            <a:off x="13472059" y="3584368"/>
            <a:ext cx="2925764" cy="19907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027" y="0"/>
                </a:moveTo>
                <a:cubicBezTo>
                  <a:pt x="1355" y="0"/>
                  <a:pt x="0" y="1991"/>
                  <a:pt x="0" y="4448"/>
                </a:cubicBezTo>
                <a:lnTo>
                  <a:pt x="0" y="12320"/>
                </a:lnTo>
                <a:cubicBezTo>
                  <a:pt x="0" y="14777"/>
                  <a:pt x="1355" y="16768"/>
                  <a:pt x="3027" y="16768"/>
                </a:cubicBezTo>
                <a:lnTo>
                  <a:pt x="5151" y="16768"/>
                </a:lnTo>
                <a:lnTo>
                  <a:pt x="3545" y="21600"/>
                </a:lnTo>
                <a:lnTo>
                  <a:pt x="7715" y="16768"/>
                </a:lnTo>
                <a:lnTo>
                  <a:pt x="18573" y="16768"/>
                </a:lnTo>
                <a:cubicBezTo>
                  <a:pt x="20245" y="16768"/>
                  <a:pt x="21600" y="14777"/>
                  <a:pt x="21600" y="12320"/>
                </a:cubicBezTo>
                <a:lnTo>
                  <a:pt x="21600" y="4448"/>
                </a:lnTo>
                <a:cubicBezTo>
                  <a:pt x="21600" y="1991"/>
                  <a:pt x="20245" y="0"/>
                  <a:pt x="18573" y="0"/>
                </a:cubicBezTo>
                <a:lnTo>
                  <a:pt x="3027" y="0"/>
                </a:lnTo>
                <a:close/>
              </a:path>
            </a:pathLst>
          </a:custGeom>
          <a:solidFill>
            <a:srgbClr val="FFFFFF"/>
          </a:solidFill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80000"/>
              </a:lnSpc>
              <a:defRPr sz="46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72" name="AI 模型"/>
          <p:cNvSpPr txBox="1"/>
          <p:nvPr/>
        </p:nvSpPr>
        <p:spPr>
          <a:xfrm>
            <a:off x="13894578" y="3810984"/>
            <a:ext cx="2214521" cy="99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t>AI 模型</a:t>
            </a:r>
          </a:p>
        </p:txBody>
      </p:sp>
      <p:sp>
        <p:nvSpPr>
          <p:cNvPr id="173" name="泡泡引言框"/>
          <p:cNvSpPr/>
          <p:nvPr/>
        </p:nvSpPr>
        <p:spPr>
          <a:xfrm>
            <a:off x="13568630" y="7783525"/>
            <a:ext cx="5766198" cy="15454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018" y="0"/>
                </a:moveTo>
                <a:cubicBezTo>
                  <a:pt x="2421" y="0"/>
                  <a:pt x="1909" y="1287"/>
                  <a:pt x="1655" y="3145"/>
                </a:cubicBezTo>
                <a:lnTo>
                  <a:pt x="0" y="3583"/>
                </a:lnTo>
                <a:lnTo>
                  <a:pt x="1482" y="5946"/>
                </a:lnTo>
                <a:lnTo>
                  <a:pt x="1482" y="15870"/>
                </a:lnTo>
                <a:cubicBezTo>
                  <a:pt x="1482" y="19035"/>
                  <a:pt x="2170" y="21600"/>
                  <a:pt x="3018" y="21600"/>
                </a:cubicBezTo>
                <a:lnTo>
                  <a:pt x="20064" y="21600"/>
                </a:lnTo>
                <a:cubicBezTo>
                  <a:pt x="20913" y="21600"/>
                  <a:pt x="21600" y="19035"/>
                  <a:pt x="21600" y="15870"/>
                </a:cubicBezTo>
                <a:lnTo>
                  <a:pt x="21600" y="5730"/>
                </a:lnTo>
                <a:cubicBezTo>
                  <a:pt x="21600" y="2565"/>
                  <a:pt x="20913" y="0"/>
                  <a:pt x="20064" y="0"/>
                </a:cubicBezTo>
                <a:lnTo>
                  <a:pt x="3018" y="0"/>
                </a:lnTo>
                <a:close/>
              </a:path>
            </a:pathLst>
          </a:custGeom>
          <a:solidFill>
            <a:srgbClr val="FFFFFF"/>
          </a:solidFill>
          <a:ln w="635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80000"/>
              </a:lnSpc>
              <a:defRPr sz="46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74" name="呆萌型 AI 機器人"/>
          <p:cNvSpPr txBox="1"/>
          <p:nvPr/>
        </p:nvSpPr>
        <p:spPr>
          <a:xfrm>
            <a:off x="14386833" y="8010141"/>
            <a:ext cx="5201556" cy="990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r>
              <a:t>呆萌型 AI 機器人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DiveAI 海洋潛水風・色票</a:t>
            </a:r>
          </a:p>
        </p:txBody>
      </p:sp>
      <p:sp>
        <p:nvSpPr>
          <p:cNvPr id="900" name="幻燈片編號"/>
          <p:cNvSpPr txBox="1">
            <a:spLocks noGrp="1"/>
          </p:cNvSpPr>
          <p:nvPr>
            <p:ph type="sldNum" sz="quarter" idx="2"/>
          </p:nvPr>
        </p:nvSpPr>
        <p:spPr>
          <a:xfrm>
            <a:off x="23549944" y="12772592"/>
            <a:ext cx="383886" cy="7620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4</a:t>
            </a:fld>
            <a:endParaRPr/>
          </a:p>
        </p:txBody>
      </p:sp>
      <p:sp>
        <p:nvSpPr>
          <p:cNvPr id="901" name="Rounded Rectangle 900"/>
          <p:cNvSpPr/>
          <p:nvPr/>
        </p:nvSpPr>
        <p:spPr>
          <a:xfrm>
            <a:off x="1856231" y="3200400"/>
            <a:ext cx="4754880" cy="2194560"/>
          </a:xfrm>
          <a:prstGeom prst="roundRect">
            <a:avLst>
              <a:gd name="adj" fmla="val 18000"/>
            </a:avLst>
          </a:prstGeom>
          <a:solidFill>
            <a:srgbClr val="E9F4FA"/>
          </a:solidFill>
          <a:ln w="50800">
            <a:solidFill>
              <a:srgbClr val="5FA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" name="TextBox 901"/>
          <p:cNvSpPr txBox="1"/>
          <p:nvPr/>
        </p:nvSpPr>
        <p:spPr>
          <a:xfrm>
            <a:off x="2176271" y="3520440"/>
            <a:ext cx="4114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5FA8C4"/>
                </a:solidFill>
                <a:latin typeface="Yuanti TC Bold"/>
                <a:ea typeface="Yuanti TC Bold"/>
                <a:cs typeface="Yuanti TC Bold"/>
              </a:rPr>
              <a:t>天藍 sky</a:t>
            </a:r>
          </a:p>
          <a:p>
            <a:pPr algn="l"/>
            <a:r>
              <a:rPr sz="1800" b="1">
                <a:solidFill>
                  <a:srgbClr val="3C4B55"/>
                </a:solidFill>
                <a:latin typeface="Yuanti TC Bold"/>
                <a:ea typeface="Yuanti TC Bold"/>
                <a:cs typeface="Yuanti TC Bold"/>
              </a:rPr>
              <a:t>邊框 #5FA8C4</a:t>
            </a:r>
          </a:p>
          <a:p>
            <a:pPr algn="l"/>
            <a:r>
              <a:rPr sz="1800" b="1">
                <a:solidFill>
                  <a:srgbClr val="3C4B55"/>
                </a:solidFill>
                <a:latin typeface="Yuanti TC Bold"/>
                <a:ea typeface="Yuanti TC Bold"/>
                <a:cs typeface="Yuanti TC Bold"/>
              </a:rPr>
              <a:t>底色 #E9F4FA</a:t>
            </a:r>
          </a:p>
        </p:txBody>
      </p:sp>
      <p:sp>
        <p:nvSpPr>
          <p:cNvPr id="903" name="Rounded Rectangle 902"/>
          <p:cNvSpPr/>
          <p:nvPr/>
        </p:nvSpPr>
        <p:spPr>
          <a:xfrm>
            <a:off x="7159751" y="3200400"/>
            <a:ext cx="4754880" cy="2194560"/>
          </a:xfrm>
          <a:prstGeom prst="roundRect">
            <a:avLst>
              <a:gd name="adj" fmla="val 18000"/>
            </a:avLst>
          </a:prstGeom>
          <a:solidFill>
            <a:srgbClr val="E4F5F4"/>
          </a:solidFill>
          <a:ln w="50800">
            <a:solidFill>
              <a:srgbClr val="7CCB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" name="TextBox 903"/>
          <p:cNvSpPr txBox="1"/>
          <p:nvPr/>
        </p:nvSpPr>
        <p:spPr>
          <a:xfrm>
            <a:off x="7479791" y="3520440"/>
            <a:ext cx="4114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7CCBC9"/>
                </a:solidFill>
                <a:latin typeface="Yuanti TC Bold"/>
                <a:ea typeface="Yuanti TC Bold"/>
                <a:cs typeface="Yuanti TC Bold"/>
              </a:rPr>
              <a:t>湖水綠 teal</a:t>
            </a:r>
          </a:p>
          <a:p>
            <a:pPr algn="l"/>
            <a:r>
              <a:rPr sz="1800" b="1">
                <a:solidFill>
                  <a:srgbClr val="3C4B55"/>
                </a:solidFill>
                <a:latin typeface="Yuanti TC Bold"/>
                <a:ea typeface="Yuanti TC Bold"/>
                <a:cs typeface="Yuanti TC Bold"/>
              </a:rPr>
              <a:t>邊框 #7CCBC9</a:t>
            </a:r>
          </a:p>
          <a:p>
            <a:pPr algn="l"/>
            <a:r>
              <a:rPr sz="1800" b="1">
                <a:solidFill>
                  <a:srgbClr val="3C4B55"/>
                </a:solidFill>
                <a:latin typeface="Yuanti TC Bold"/>
                <a:ea typeface="Yuanti TC Bold"/>
                <a:cs typeface="Yuanti TC Bold"/>
              </a:rPr>
              <a:t>底色 #E4F5F4</a:t>
            </a:r>
          </a:p>
        </p:txBody>
      </p:sp>
      <p:sp>
        <p:nvSpPr>
          <p:cNvPr id="905" name="Rounded Rectangle 904"/>
          <p:cNvSpPr/>
          <p:nvPr/>
        </p:nvSpPr>
        <p:spPr>
          <a:xfrm>
            <a:off x="12463271" y="3200400"/>
            <a:ext cx="4754880" cy="2194560"/>
          </a:xfrm>
          <a:prstGeom prst="roundRect">
            <a:avLst>
              <a:gd name="adj" fmla="val 18000"/>
            </a:avLst>
          </a:prstGeom>
          <a:solidFill>
            <a:srgbClr val="FDEDF0"/>
          </a:solidFill>
          <a:ln w="50800">
            <a:solidFill>
              <a:srgbClr val="F4B3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6" name="TextBox 905"/>
          <p:cNvSpPr txBox="1"/>
          <p:nvPr/>
        </p:nvSpPr>
        <p:spPr>
          <a:xfrm>
            <a:off x="12783311" y="3520440"/>
            <a:ext cx="4114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4B3BE"/>
                </a:solidFill>
                <a:latin typeface="Yuanti TC Bold"/>
                <a:ea typeface="Yuanti TC Bold"/>
                <a:cs typeface="Yuanti TC Bold"/>
              </a:rPr>
              <a:t>腮紅粉 blush</a:t>
            </a:r>
          </a:p>
          <a:p>
            <a:pPr algn="l"/>
            <a:r>
              <a:rPr sz="1800" b="1">
                <a:solidFill>
                  <a:srgbClr val="3C4B55"/>
                </a:solidFill>
                <a:latin typeface="Yuanti TC Bold"/>
                <a:ea typeface="Yuanti TC Bold"/>
                <a:cs typeface="Yuanti TC Bold"/>
              </a:rPr>
              <a:t>邊框 #F4B3BE</a:t>
            </a:r>
          </a:p>
          <a:p>
            <a:pPr algn="l"/>
            <a:r>
              <a:rPr sz="1800" b="1">
                <a:solidFill>
                  <a:srgbClr val="3C4B55"/>
                </a:solidFill>
                <a:latin typeface="Yuanti TC Bold"/>
                <a:ea typeface="Yuanti TC Bold"/>
                <a:cs typeface="Yuanti TC Bold"/>
              </a:rPr>
              <a:t>底色 #FDEDF0</a:t>
            </a:r>
          </a:p>
        </p:txBody>
      </p:sp>
      <p:sp>
        <p:nvSpPr>
          <p:cNvPr id="907" name="Rounded Rectangle 906"/>
          <p:cNvSpPr/>
          <p:nvPr/>
        </p:nvSpPr>
        <p:spPr>
          <a:xfrm>
            <a:off x="17766791" y="3200400"/>
            <a:ext cx="4754880" cy="2194560"/>
          </a:xfrm>
          <a:prstGeom prst="roundRect">
            <a:avLst>
              <a:gd name="adj" fmla="val 18000"/>
            </a:avLst>
          </a:prstGeom>
          <a:solidFill>
            <a:srgbClr val="FFF7E0"/>
          </a:solidFill>
          <a:ln w="50800">
            <a:solidFill>
              <a:srgbClr val="E8C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8" name="TextBox 907"/>
          <p:cNvSpPr txBox="1"/>
          <p:nvPr/>
        </p:nvSpPr>
        <p:spPr>
          <a:xfrm>
            <a:off x="18086831" y="3520440"/>
            <a:ext cx="4114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8C46A"/>
                </a:solidFill>
                <a:latin typeface="Yuanti TC Bold"/>
                <a:ea typeface="Yuanti TC Bold"/>
                <a:cs typeface="Yuanti TC Bold"/>
              </a:rPr>
              <a:t>暖黃 honey</a:t>
            </a:r>
          </a:p>
          <a:p>
            <a:pPr algn="l"/>
            <a:r>
              <a:rPr sz="1800" b="1">
                <a:solidFill>
                  <a:srgbClr val="3C4B55"/>
                </a:solidFill>
                <a:latin typeface="Yuanti TC Bold"/>
                <a:ea typeface="Yuanti TC Bold"/>
                <a:cs typeface="Yuanti TC Bold"/>
              </a:rPr>
              <a:t>邊框 #E8C46A</a:t>
            </a:r>
          </a:p>
          <a:p>
            <a:pPr algn="l"/>
            <a:r>
              <a:rPr sz="1800" b="1">
                <a:solidFill>
                  <a:srgbClr val="3C4B55"/>
                </a:solidFill>
                <a:latin typeface="Yuanti TC Bold"/>
                <a:ea typeface="Yuanti TC Bold"/>
                <a:cs typeface="Yuanti TC Bold"/>
              </a:rPr>
              <a:t>底色 #FFF7E0</a:t>
            </a:r>
          </a:p>
        </p:txBody>
      </p:sp>
      <p:sp>
        <p:nvSpPr>
          <p:cNvPr id="909" name="Rounded Rectangle 908"/>
          <p:cNvSpPr/>
          <p:nvPr/>
        </p:nvSpPr>
        <p:spPr>
          <a:xfrm>
            <a:off x="1856231" y="5943600"/>
            <a:ext cx="4754880" cy="2194560"/>
          </a:xfrm>
          <a:prstGeom prst="roundRect">
            <a:avLst>
              <a:gd name="adj" fmla="val 18000"/>
            </a:avLst>
          </a:prstGeom>
          <a:solidFill>
            <a:srgbClr val="EFEEF9"/>
          </a:solidFill>
          <a:ln w="50800">
            <a:solidFill>
              <a:srgbClr val="A9A7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0" name="TextBox 909"/>
          <p:cNvSpPr txBox="1"/>
          <p:nvPr/>
        </p:nvSpPr>
        <p:spPr>
          <a:xfrm>
            <a:off x="2176271" y="6263640"/>
            <a:ext cx="4114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A9A7D4"/>
                </a:solidFill>
                <a:latin typeface="Yuanti TC Bold"/>
                <a:ea typeface="Yuanti TC Bold"/>
                <a:cs typeface="Yuanti TC Bold"/>
              </a:rPr>
              <a:t>薰衣草 lilac</a:t>
            </a:r>
          </a:p>
          <a:p>
            <a:pPr algn="l"/>
            <a:r>
              <a:rPr sz="1800" b="1">
                <a:solidFill>
                  <a:srgbClr val="3C4B55"/>
                </a:solidFill>
                <a:latin typeface="Yuanti TC Bold"/>
                <a:ea typeface="Yuanti TC Bold"/>
                <a:cs typeface="Yuanti TC Bold"/>
              </a:rPr>
              <a:t>邊框 #A9A7D4</a:t>
            </a:r>
          </a:p>
          <a:p>
            <a:pPr algn="l"/>
            <a:r>
              <a:rPr sz="1800" b="1">
                <a:solidFill>
                  <a:srgbClr val="3C4B55"/>
                </a:solidFill>
                <a:latin typeface="Yuanti TC Bold"/>
                <a:ea typeface="Yuanti TC Bold"/>
                <a:cs typeface="Yuanti TC Bold"/>
              </a:rPr>
              <a:t>底色 #EFEEF9</a:t>
            </a:r>
          </a:p>
        </p:txBody>
      </p:sp>
      <p:sp>
        <p:nvSpPr>
          <p:cNvPr id="911" name="Rounded Rectangle 910"/>
          <p:cNvSpPr/>
          <p:nvPr/>
        </p:nvSpPr>
        <p:spPr>
          <a:xfrm>
            <a:off x="7159751" y="5943600"/>
            <a:ext cx="4754880" cy="2194560"/>
          </a:xfrm>
          <a:prstGeom prst="roundRect">
            <a:avLst>
              <a:gd name="adj" fmla="val 18000"/>
            </a:avLst>
          </a:prstGeom>
          <a:solidFill>
            <a:srgbClr val="FDEEE5"/>
          </a:solidFill>
          <a:ln w="50800">
            <a:solidFill>
              <a:srgbClr val="F0A0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2" name="TextBox 911"/>
          <p:cNvSpPr txBox="1"/>
          <p:nvPr/>
        </p:nvSpPr>
        <p:spPr>
          <a:xfrm>
            <a:off x="7479791" y="6263640"/>
            <a:ext cx="4114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0A07C"/>
                </a:solidFill>
                <a:latin typeface="Yuanti TC Bold"/>
                <a:ea typeface="Yuanti TC Bold"/>
                <a:cs typeface="Yuanti TC Bold"/>
              </a:rPr>
              <a:t>珊瑚橘 coral</a:t>
            </a:r>
          </a:p>
          <a:p>
            <a:pPr algn="l"/>
            <a:r>
              <a:rPr sz="1800" b="1">
                <a:solidFill>
                  <a:srgbClr val="3C4B55"/>
                </a:solidFill>
                <a:latin typeface="Yuanti TC Bold"/>
                <a:ea typeface="Yuanti TC Bold"/>
                <a:cs typeface="Yuanti TC Bold"/>
              </a:rPr>
              <a:t>邊框 #F0A07C</a:t>
            </a:r>
          </a:p>
          <a:p>
            <a:pPr algn="l"/>
            <a:r>
              <a:rPr sz="1800" b="1">
                <a:solidFill>
                  <a:srgbClr val="3C4B55"/>
                </a:solidFill>
                <a:latin typeface="Yuanti TC Bold"/>
                <a:ea typeface="Yuanti TC Bold"/>
                <a:cs typeface="Yuanti TC Bold"/>
              </a:rPr>
              <a:t>底色 #FDEEE5</a:t>
            </a:r>
          </a:p>
        </p:txBody>
      </p:sp>
      <p:sp>
        <p:nvSpPr>
          <p:cNvPr id="913" name="Rounded Rectangle 912"/>
          <p:cNvSpPr/>
          <p:nvPr/>
        </p:nvSpPr>
        <p:spPr>
          <a:xfrm>
            <a:off x="12463271" y="5943600"/>
            <a:ext cx="4754880" cy="2194560"/>
          </a:xfrm>
          <a:prstGeom prst="roundRect">
            <a:avLst>
              <a:gd name="adj" fmla="val 18000"/>
            </a:avLst>
          </a:prstGeom>
          <a:solidFill>
            <a:srgbClr val="EFF6EA"/>
          </a:solidFill>
          <a:ln w="50800">
            <a:solidFill>
              <a:srgbClr val="A7C7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4" name="TextBox 913"/>
          <p:cNvSpPr txBox="1"/>
          <p:nvPr/>
        </p:nvSpPr>
        <p:spPr>
          <a:xfrm>
            <a:off x="12783311" y="6263640"/>
            <a:ext cx="4114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A7C796"/>
                </a:solidFill>
                <a:latin typeface="Yuanti TC Bold"/>
                <a:ea typeface="Yuanti TC Bold"/>
                <a:cs typeface="Yuanti TC Bold"/>
              </a:rPr>
              <a:t>抹茶綠 matcha</a:t>
            </a:r>
          </a:p>
          <a:p>
            <a:pPr algn="l"/>
            <a:r>
              <a:rPr sz="1800" b="1">
                <a:solidFill>
                  <a:srgbClr val="3C4B55"/>
                </a:solidFill>
                <a:latin typeface="Yuanti TC Bold"/>
                <a:ea typeface="Yuanti TC Bold"/>
                <a:cs typeface="Yuanti TC Bold"/>
              </a:rPr>
              <a:t>邊框 #A7C796</a:t>
            </a:r>
          </a:p>
          <a:p>
            <a:pPr algn="l"/>
            <a:r>
              <a:rPr sz="1800" b="1">
                <a:solidFill>
                  <a:srgbClr val="3C4B55"/>
                </a:solidFill>
                <a:latin typeface="Yuanti TC Bold"/>
                <a:ea typeface="Yuanti TC Bold"/>
                <a:cs typeface="Yuanti TC Bold"/>
              </a:rPr>
              <a:t>底色 #EFF6EA</a:t>
            </a:r>
          </a:p>
        </p:txBody>
      </p:sp>
      <p:sp>
        <p:nvSpPr>
          <p:cNvPr id="915" name="Rounded Rectangle 914"/>
          <p:cNvSpPr/>
          <p:nvPr/>
        </p:nvSpPr>
        <p:spPr>
          <a:xfrm>
            <a:off x="17766791" y="5943600"/>
            <a:ext cx="4754880" cy="2194560"/>
          </a:xfrm>
          <a:prstGeom prst="roundRect">
            <a:avLst>
              <a:gd name="adj" fmla="val 18000"/>
            </a:avLst>
          </a:prstGeom>
          <a:solidFill>
            <a:srgbClr val="EDF1F4"/>
          </a:solidFill>
          <a:ln w="50800">
            <a:solidFill>
              <a:srgbClr val="8FA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6" name="TextBox 915"/>
          <p:cNvSpPr txBox="1"/>
          <p:nvPr/>
        </p:nvSpPr>
        <p:spPr>
          <a:xfrm>
            <a:off x="18086831" y="6263640"/>
            <a:ext cx="4114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8FA3B0"/>
                </a:solidFill>
                <a:latin typeface="Yuanti TC Bold"/>
                <a:ea typeface="Yuanti TC Bold"/>
                <a:cs typeface="Yuanti TC Bold"/>
              </a:rPr>
              <a:t>霧灰藍 slate</a:t>
            </a:r>
          </a:p>
          <a:p>
            <a:pPr algn="l"/>
            <a:r>
              <a:rPr sz="1800" b="1">
                <a:solidFill>
                  <a:srgbClr val="3C4B55"/>
                </a:solidFill>
                <a:latin typeface="Yuanti TC Bold"/>
                <a:ea typeface="Yuanti TC Bold"/>
                <a:cs typeface="Yuanti TC Bold"/>
              </a:rPr>
              <a:t>邊框 #8FA3B0</a:t>
            </a:r>
          </a:p>
          <a:p>
            <a:pPr algn="l"/>
            <a:r>
              <a:rPr sz="1800" b="1">
                <a:solidFill>
                  <a:srgbClr val="3C4B55"/>
                </a:solidFill>
                <a:latin typeface="Yuanti TC Bold"/>
                <a:ea typeface="Yuanti TC Bold"/>
                <a:cs typeface="Yuanti TC Bold"/>
              </a:rPr>
              <a:t>底色 #EDF1F4</a:t>
            </a:r>
          </a:p>
        </p:txBody>
      </p:sp>
      <p:sp>
        <p:nvSpPr>
          <p:cNvPr id="917" name="Rounded Rectangle 916"/>
          <p:cNvSpPr/>
          <p:nvPr/>
        </p:nvSpPr>
        <p:spPr>
          <a:xfrm>
            <a:off x="1530248" y="9006840"/>
            <a:ext cx="2377440" cy="1051560"/>
          </a:xfrm>
          <a:prstGeom prst="roundRect">
            <a:avLst>
              <a:gd name="adj" fmla="val 30000"/>
            </a:avLst>
          </a:prstGeom>
          <a:solidFill>
            <a:srgbClr val="2E5C74"/>
          </a:solidFill>
          <a:ln w="15875">
            <a:solidFill>
              <a:srgbClr val="2E5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8" name="TextBox 917"/>
          <p:cNvSpPr txBox="1"/>
          <p:nvPr/>
        </p:nvSpPr>
        <p:spPr>
          <a:xfrm>
            <a:off x="1530248" y="101498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E5C74"/>
                </a:solidFill>
                <a:latin typeface="Yuanti TC Bold"/>
                <a:ea typeface="Yuanti TC Bold"/>
                <a:cs typeface="Yuanti TC Bold"/>
              </a:rPr>
              <a:t>深藍 navy</a:t>
            </a:r>
          </a:p>
          <a:p>
            <a:pPr algn="ctr"/>
            <a:r>
              <a:rPr sz="1500" b="1">
                <a:solidFill>
                  <a:srgbClr val="3C4B55"/>
                </a:solidFill>
                <a:latin typeface="Yuanti TC Bold"/>
                <a:ea typeface="Yuanti TC Bold"/>
                <a:cs typeface="Yuanti TC Bold"/>
              </a:rPr>
              <a:t>#2E5C74</a:t>
            </a:r>
          </a:p>
        </p:txBody>
      </p:sp>
      <p:sp>
        <p:nvSpPr>
          <p:cNvPr id="919" name="Rounded Rectangle 918"/>
          <p:cNvSpPr/>
          <p:nvPr/>
        </p:nvSpPr>
        <p:spPr>
          <a:xfrm>
            <a:off x="4236872" y="9006840"/>
            <a:ext cx="2377440" cy="1051560"/>
          </a:xfrm>
          <a:prstGeom prst="roundRect">
            <a:avLst>
              <a:gd name="adj" fmla="val 30000"/>
            </a:avLst>
          </a:prstGeom>
          <a:solidFill>
            <a:srgbClr val="5FA8C4"/>
          </a:solidFill>
          <a:ln w="15875">
            <a:solidFill>
              <a:srgbClr val="2E5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0" name="TextBox 919"/>
          <p:cNvSpPr txBox="1"/>
          <p:nvPr/>
        </p:nvSpPr>
        <p:spPr>
          <a:xfrm>
            <a:off x="4236872" y="101498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E5C74"/>
                </a:solidFill>
                <a:latin typeface="Yuanti TC Bold"/>
                <a:ea typeface="Yuanti TC Bold"/>
                <a:cs typeface="Yuanti TC Bold"/>
              </a:rPr>
              <a:t>中藍 blue</a:t>
            </a:r>
          </a:p>
          <a:p>
            <a:pPr algn="ctr"/>
            <a:r>
              <a:rPr sz="1500" b="1">
                <a:solidFill>
                  <a:srgbClr val="3C4B55"/>
                </a:solidFill>
                <a:latin typeface="Yuanti TC Bold"/>
                <a:ea typeface="Yuanti TC Bold"/>
                <a:cs typeface="Yuanti TC Bold"/>
              </a:rPr>
              <a:t>#5FA8C4</a:t>
            </a:r>
          </a:p>
        </p:txBody>
      </p:sp>
      <p:sp>
        <p:nvSpPr>
          <p:cNvPr id="921" name="Rounded Rectangle 920"/>
          <p:cNvSpPr/>
          <p:nvPr/>
        </p:nvSpPr>
        <p:spPr>
          <a:xfrm>
            <a:off x="6943496" y="9006840"/>
            <a:ext cx="2377440" cy="1051560"/>
          </a:xfrm>
          <a:prstGeom prst="roundRect">
            <a:avLst>
              <a:gd name="adj" fmla="val 30000"/>
            </a:avLst>
          </a:prstGeom>
          <a:solidFill>
            <a:srgbClr val="8FCFE2"/>
          </a:solidFill>
          <a:ln w="15875">
            <a:solidFill>
              <a:srgbClr val="2E5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2" name="TextBox 921"/>
          <p:cNvSpPr txBox="1"/>
          <p:nvPr/>
        </p:nvSpPr>
        <p:spPr>
          <a:xfrm>
            <a:off x="6943496" y="101498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E5C74"/>
                </a:solidFill>
                <a:latin typeface="Yuanti TC Bold"/>
                <a:ea typeface="Yuanti TC Bold"/>
                <a:cs typeface="Yuanti TC Bold"/>
              </a:rPr>
              <a:t>天藍 sky</a:t>
            </a:r>
          </a:p>
          <a:p>
            <a:pPr algn="ctr"/>
            <a:r>
              <a:rPr sz="1500" b="1">
                <a:solidFill>
                  <a:srgbClr val="3C4B55"/>
                </a:solidFill>
                <a:latin typeface="Yuanti TC Bold"/>
                <a:ea typeface="Yuanti TC Bold"/>
                <a:cs typeface="Yuanti TC Bold"/>
              </a:rPr>
              <a:t>#8FCFE2</a:t>
            </a:r>
          </a:p>
        </p:txBody>
      </p:sp>
      <p:sp>
        <p:nvSpPr>
          <p:cNvPr id="923" name="Rounded Rectangle 922"/>
          <p:cNvSpPr/>
          <p:nvPr/>
        </p:nvSpPr>
        <p:spPr>
          <a:xfrm>
            <a:off x="9650120" y="9006840"/>
            <a:ext cx="2377440" cy="1051560"/>
          </a:xfrm>
          <a:prstGeom prst="roundRect">
            <a:avLst>
              <a:gd name="adj" fmla="val 30000"/>
            </a:avLst>
          </a:prstGeom>
          <a:solidFill>
            <a:srgbClr val="D6EEF6"/>
          </a:solidFill>
          <a:ln w="15875">
            <a:solidFill>
              <a:srgbClr val="2E5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4" name="TextBox 923"/>
          <p:cNvSpPr txBox="1"/>
          <p:nvPr/>
        </p:nvSpPr>
        <p:spPr>
          <a:xfrm>
            <a:off x="9650120" y="101498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E5C74"/>
                </a:solidFill>
                <a:latin typeface="Yuanti TC Bold"/>
                <a:ea typeface="Yuanti TC Bold"/>
                <a:cs typeface="Yuanti TC Bold"/>
              </a:rPr>
              <a:t>淺天藍</a:t>
            </a:r>
          </a:p>
          <a:p>
            <a:pPr algn="ctr"/>
            <a:r>
              <a:rPr sz="1500" b="1">
                <a:solidFill>
                  <a:srgbClr val="3C4B55"/>
                </a:solidFill>
                <a:latin typeface="Yuanti TC Bold"/>
                <a:ea typeface="Yuanti TC Bold"/>
                <a:cs typeface="Yuanti TC Bold"/>
              </a:rPr>
              <a:t>#D6EEF6</a:t>
            </a:r>
          </a:p>
        </p:txBody>
      </p:sp>
      <p:sp>
        <p:nvSpPr>
          <p:cNvPr id="925" name="Rounded Rectangle 924"/>
          <p:cNvSpPr/>
          <p:nvPr/>
        </p:nvSpPr>
        <p:spPr>
          <a:xfrm>
            <a:off x="12356744" y="9006840"/>
            <a:ext cx="2377440" cy="1051560"/>
          </a:xfrm>
          <a:prstGeom prst="roundRect">
            <a:avLst>
              <a:gd name="adj" fmla="val 30000"/>
            </a:avLst>
          </a:prstGeom>
          <a:solidFill>
            <a:srgbClr val="F4FAFC"/>
          </a:solidFill>
          <a:ln w="15875">
            <a:solidFill>
              <a:srgbClr val="2E5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6" name="TextBox 925"/>
          <p:cNvSpPr txBox="1"/>
          <p:nvPr/>
        </p:nvSpPr>
        <p:spPr>
          <a:xfrm>
            <a:off x="12356744" y="101498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E5C74"/>
                </a:solidFill>
                <a:latin typeface="Yuanti TC Bold"/>
                <a:ea typeface="Yuanti TC Bold"/>
                <a:cs typeface="Yuanti TC Bold"/>
              </a:rPr>
              <a:t>底色 bg</a:t>
            </a:r>
          </a:p>
          <a:p>
            <a:pPr algn="ctr"/>
            <a:r>
              <a:rPr sz="1500" b="1">
                <a:solidFill>
                  <a:srgbClr val="3C4B55"/>
                </a:solidFill>
                <a:latin typeface="Yuanti TC Bold"/>
                <a:ea typeface="Yuanti TC Bold"/>
                <a:cs typeface="Yuanti TC Bold"/>
              </a:rPr>
              <a:t>#F4FAFC</a:t>
            </a:r>
          </a:p>
        </p:txBody>
      </p:sp>
      <p:sp>
        <p:nvSpPr>
          <p:cNvPr id="927" name="Rounded Rectangle 926"/>
          <p:cNvSpPr/>
          <p:nvPr/>
        </p:nvSpPr>
        <p:spPr>
          <a:xfrm>
            <a:off x="15063368" y="9006840"/>
            <a:ext cx="2377440" cy="1051560"/>
          </a:xfrm>
          <a:prstGeom prst="roundRect">
            <a:avLst>
              <a:gd name="adj" fmla="val 30000"/>
            </a:avLst>
          </a:prstGeom>
          <a:solidFill>
            <a:srgbClr val="3C4B55"/>
          </a:solidFill>
          <a:ln w="15875">
            <a:solidFill>
              <a:srgbClr val="2E5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8" name="TextBox 927"/>
          <p:cNvSpPr txBox="1"/>
          <p:nvPr/>
        </p:nvSpPr>
        <p:spPr>
          <a:xfrm>
            <a:off x="15063368" y="101498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E5C74"/>
                </a:solidFill>
                <a:latin typeface="Yuanti TC Bold"/>
                <a:ea typeface="Yuanti TC Bold"/>
                <a:cs typeface="Yuanti TC Bold"/>
              </a:rPr>
              <a:t>內文 ink</a:t>
            </a:r>
          </a:p>
          <a:p>
            <a:pPr algn="ctr"/>
            <a:r>
              <a:rPr sz="1500" b="1">
                <a:solidFill>
                  <a:srgbClr val="3C4B55"/>
                </a:solidFill>
                <a:latin typeface="Yuanti TC Bold"/>
                <a:ea typeface="Yuanti TC Bold"/>
                <a:cs typeface="Yuanti TC Bold"/>
              </a:rPr>
              <a:t>#3C4B55</a:t>
            </a:r>
          </a:p>
        </p:txBody>
      </p:sp>
      <p:sp>
        <p:nvSpPr>
          <p:cNvPr id="929" name="Rounded Rectangle 928"/>
          <p:cNvSpPr/>
          <p:nvPr/>
        </p:nvSpPr>
        <p:spPr>
          <a:xfrm>
            <a:off x="17769992" y="9006840"/>
            <a:ext cx="2377440" cy="1051560"/>
          </a:xfrm>
          <a:prstGeom prst="roundRect">
            <a:avLst>
              <a:gd name="adj" fmla="val 30000"/>
            </a:avLst>
          </a:prstGeom>
          <a:solidFill>
            <a:srgbClr val="E2725C"/>
          </a:solidFill>
          <a:ln w="15875">
            <a:solidFill>
              <a:srgbClr val="2E5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0" name="TextBox 929"/>
          <p:cNvSpPr txBox="1"/>
          <p:nvPr/>
        </p:nvSpPr>
        <p:spPr>
          <a:xfrm>
            <a:off x="17769992" y="101498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E5C74"/>
                </a:solidFill>
                <a:latin typeface="Yuanti TC Bold"/>
                <a:ea typeface="Yuanti TC Bold"/>
                <a:cs typeface="Yuanti TC Bold"/>
              </a:rPr>
              <a:t>提醒 alert</a:t>
            </a:r>
          </a:p>
          <a:p>
            <a:pPr algn="ctr"/>
            <a:r>
              <a:rPr sz="1500" b="1">
                <a:solidFill>
                  <a:srgbClr val="3C4B55"/>
                </a:solidFill>
                <a:latin typeface="Yuanti TC Bold"/>
                <a:ea typeface="Yuanti TC Bold"/>
                <a:cs typeface="Yuanti TC Bold"/>
              </a:rPr>
              <a:t>#E2725C</a:t>
            </a:r>
          </a:p>
        </p:txBody>
      </p:sp>
      <p:sp>
        <p:nvSpPr>
          <p:cNvPr id="931" name="Rounded Rectangle 930"/>
          <p:cNvSpPr/>
          <p:nvPr/>
        </p:nvSpPr>
        <p:spPr>
          <a:xfrm>
            <a:off x="20476616" y="9006840"/>
            <a:ext cx="2377440" cy="1051560"/>
          </a:xfrm>
          <a:prstGeom prst="roundRect">
            <a:avLst>
              <a:gd name="adj" fmla="val 30000"/>
            </a:avLst>
          </a:prstGeom>
          <a:solidFill>
            <a:srgbClr val="6FB98F"/>
          </a:solidFill>
          <a:ln w="15875">
            <a:solidFill>
              <a:srgbClr val="2E5C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" name="TextBox 931"/>
          <p:cNvSpPr txBox="1"/>
          <p:nvPr/>
        </p:nvSpPr>
        <p:spPr>
          <a:xfrm>
            <a:off x="20476616" y="101498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E5C74"/>
                </a:solidFill>
                <a:latin typeface="Yuanti TC Bold"/>
                <a:ea typeface="Yuanti TC Bold"/>
                <a:cs typeface="Yuanti TC Bold"/>
              </a:rPr>
              <a:t>成功 ok</a:t>
            </a:r>
          </a:p>
          <a:p>
            <a:pPr algn="ctr"/>
            <a:r>
              <a:rPr sz="1500" b="1">
                <a:solidFill>
                  <a:srgbClr val="3C4B55"/>
                </a:solidFill>
                <a:latin typeface="Yuanti TC Bold"/>
                <a:ea typeface="Yuanti TC Bold"/>
                <a:cs typeface="Yuanti TC Bold"/>
              </a:rPr>
              <a:t>#6FB98F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>
          <a:alpha val="70167"/>
        </a:srgbClr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Noto Sans TC Bold"/>
        <a:ea typeface="Noto Sans TC Bold"/>
        <a:cs typeface="Noto Sans TC Bold"/>
      </a:majorFont>
      <a:minorFont>
        <a:latin typeface="Yuanti TC Bold"/>
        <a:ea typeface="Yuanti TC Bold"/>
        <a:cs typeface="Yuanti TC Bold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800" b="1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Noto Sans TC Bold"/>
            <a:ea typeface="Noto Sans TC Bold"/>
            <a:cs typeface="Noto Sans TC Bold"/>
            <a:sym typeface="Noto Sans TC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>
                <a:alpha val="70167"/>
              </a:srgbClr>
            </a:solidFill>
            <a:effectLst/>
            <a:uFillTx/>
            <a:latin typeface="+mj-lt"/>
            <a:ea typeface="+mj-ea"/>
            <a:cs typeface="+mj-cs"/>
            <a:sym typeface="Noto Sans TC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Noto Sans TC Bold"/>
        <a:ea typeface="Noto Sans TC Bold"/>
        <a:cs typeface="Noto Sans TC Bold"/>
      </a:majorFont>
      <a:minorFont>
        <a:latin typeface="Yuanti TC Bold"/>
        <a:ea typeface="Yuanti TC Bold"/>
        <a:cs typeface="Yuanti TC Bold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800" b="1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Noto Sans TC Bold"/>
            <a:ea typeface="Noto Sans TC Bold"/>
            <a:cs typeface="Noto Sans TC Bold"/>
            <a:sym typeface="Noto Sans TC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>
                <a:alpha val="70167"/>
              </a:srgbClr>
            </a:solidFill>
            <a:effectLst/>
            <a:uFillTx/>
            <a:latin typeface="+mj-lt"/>
            <a:ea typeface="+mj-ea"/>
            <a:cs typeface="+mj-cs"/>
            <a:sym typeface="Noto Sans TC Bold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</Words>
  <Application>Microsoft Macintosh PowerPoint</Application>
  <PresentationFormat>自訂</PresentationFormat>
  <Paragraphs>19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9" baseType="lpstr">
      <vt:lpstr>Noto Sans TC Thin Bold</vt:lpstr>
      <vt:lpstr>NotoSansTC-Thin_Bold</vt:lpstr>
      <vt:lpstr>Yuanti TC Bold</vt:lpstr>
      <vt:lpstr>Helvetica Neue</vt:lpstr>
      <vt:lpstr>Microsoft Sans Serif</vt:lpstr>
      <vt:lpstr>21_BasicWhite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炎龍 蔡</cp:lastModifiedBy>
  <cp:revision>1</cp:revision>
  <dcterms:modified xsi:type="dcterms:W3CDTF">2026-08-25T09:58:15Z</dcterms:modified>
</cp:coreProperties>
</file>